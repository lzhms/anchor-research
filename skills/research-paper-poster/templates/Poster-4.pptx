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3"/>
  </p:handoutMasterIdLst>
  <p:sldIdLst>
    <p:sldId id="259" r:id="rId2"/>
  </p:sldIdLst>
  <p:sldSz cx="32399288" cy="21599525"/>
  <p:notesSz cx="6953250" cy="9239250"/>
  <p:embeddedFontLst>
    <p:embeddedFont>
      <p:font typeface="Nunito" pitchFamily="2" charset="77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custDataLst>
    <p:tags r:id="rId12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023" b="1" kern="1200">
        <a:solidFill>
          <a:srgbClr val="FF9900"/>
        </a:solidFill>
        <a:latin typeface="Arial"/>
        <a:ea typeface="+mn-ea"/>
        <a:cs typeface="+mn-cs"/>
      </a:defRPr>
    </a:lvl1pPr>
    <a:lvl2pPr marL="321412" algn="ctr" rtl="0" fontAlgn="base">
      <a:spcBef>
        <a:spcPct val="0"/>
      </a:spcBef>
      <a:spcAft>
        <a:spcPct val="0"/>
      </a:spcAft>
      <a:defRPr sz="3023" b="1" kern="1200">
        <a:solidFill>
          <a:srgbClr val="FF9900"/>
        </a:solidFill>
        <a:latin typeface="Arial"/>
        <a:ea typeface="+mn-ea"/>
        <a:cs typeface="+mn-cs"/>
      </a:defRPr>
    </a:lvl2pPr>
    <a:lvl3pPr marL="642823" algn="ctr" rtl="0" fontAlgn="base">
      <a:spcBef>
        <a:spcPct val="0"/>
      </a:spcBef>
      <a:spcAft>
        <a:spcPct val="0"/>
      </a:spcAft>
      <a:defRPr sz="3023" b="1" kern="1200">
        <a:solidFill>
          <a:srgbClr val="FF9900"/>
        </a:solidFill>
        <a:latin typeface="Arial"/>
        <a:ea typeface="+mn-ea"/>
        <a:cs typeface="+mn-cs"/>
      </a:defRPr>
    </a:lvl3pPr>
    <a:lvl4pPr marL="964235" algn="ctr" rtl="0" fontAlgn="base">
      <a:spcBef>
        <a:spcPct val="0"/>
      </a:spcBef>
      <a:spcAft>
        <a:spcPct val="0"/>
      </a:spcAft>
      <a:defRPr sz="3023" b="1" kern="1200">
        <a:solidFill>
          <a:srgbClr val="FF9900"/>
        </a:solidFill>
        <a:latin typeface="Arial"/>
        <a:ea typeface="+mn-ea"/>
        <a:cs typeface="+mn-cs"/>
      </a:defRPr>
    </a:lvl4pPr>
    <a:lvl5pPr marL="1285646" algn="ctr" rtl="0" fontAlgn="base">
      <a:spcBef>
        <a:spcPct val="0"/>
      </a:spcBef>
      <a:spcAft>
        <a:spcPct val="0"/>
      </a:spcAft>
      <a:defRPr sz="3023" b="1" kern="1200">
        <a:solidFill>
          <a:srgbClr val="FF9900"/>
        </a:solidFill>
        <a:latin typeface="Arial"/>
        <a:ea typeface="+mn-ea"/>
        <a:cs typeface="+mn-cs"/>
      </a:defRPr>
    </a:lvl5pPr>
    <a:lvl6pPr marL="1607058" algn="l" defTabSz="642823" rtl="0" eaLnBrk="1" latinLnBrk="0" hangingPunct="1">
      <a:defRPr sz="3023" b="1" kern="1200">
        <a:solidFill>
          <a:srgbClr val="FF9900"/>
        </a:solidFill>
        <a:latin typeface="Arial"/>
        <a:ea typeface="+mn-ea"/>
        <a:cs typeface="+mn-cs"/>
      </a:defRPr>
    </a:lvl6pPr>
    <a:lvl7pPr marL="1928470" algn="l" defTabSz="642823" rtl="0" eaLnBrk="1" latinLnBrk="0" hangingPunct="1">
      <a:defRPr sz="3023" b="1" kern="1200">
        <a:solidFill>
          <a:srgbClr val="FF9900"/>
        </a:solidFill>
        <a:latin typeface="Arial"/>
        <a:ea typeface="+mn-ea"/>
        <a:cs typeface="+mn-cs"/>
      </a:defRPr>
    </a:lvl7pPr>
    <a:lvl8pPr marL="2249881" algn="l" defTabSz="642823" rtl="0" eaLnBrk="1" latinLnBrk="0" hangingPunct="1">
      <a:defRPr sz="3023" b="1" kern="1200">
        <a:solidFill>
          <a:srgbClr val="FF9900"/>
        </a:solidFill>
        <a:latin typeface="Arial"/>
        <a:ea typeface="+mn-ea"/>
        <a:cs typeface="+mn-cs"/>
      </a:defRPr>
    </a:lvl8pPr>
    <a:lvl9pPr marL="2571293" algn="l" defTabSz="642823" rtl="0" eaLnBrk="1" latinLnBrk="0" hangingPunct="1">
      <a:defRPr sz="3023" b="1" kern="1200">
        <a:solidFill>
          <a:srgbClr val="FF9900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3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Delre" initials="JD" lastIdx="0" clrIdx="0">
    <p:extLst>
      <p:ext uri="{19B8F6BF-5375-455C-9EA6-DF929625EA0E}">
        <p15:presenceInfo xmlns:p15="http://schemas.microsoft.com/office/powerpoint/2012/main" userId="Justin Delr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1109"/>
    <a:srgbClr val="C8C8C8"/>
    <a:srgbClr val="E64B3C"/>
    <a:srgbClr val="2D3C50"/>
    <a:srgbClr val="FF9900"/>
    <a:srgbClr val="990000"/>
    <a:srgbClr val="000050"/>
    <a:srgbClr val="00126A"/>
    <a:srgbClr val="0033C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658" autoAdjust="0"/>
    <p:restoredTop sz="94575" autoAdjust="0"/>
  </p:normalViewPr>
  <p:slideViewPr>
    <p:cSldViewPr>
      <p:cViewPr varScale="1">
        <p:scale>
          <a:sx n="50" d="100"/>
          <a:sy n="50" d="100"/>
        </p:scale>
        <p:origin x="1912" y="200"/>
      </p:cViewPr>
      <p:guideLst>
        <p:guide orient="horz" pos="6803"/>
        <p:guide pos="102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commentAuthors" Target="commentAuthor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8588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8588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4F1B5D8-D97D-47DE-99FD-BED51FB7C9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78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417" y="6710269"/>
            <a:ext cx="27538457" cy="4629065"/>
          </a:xfr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9660" y="12239314"/>
            <a:ext cx="22679970" cy="5520712"/>
          </a:xfrm>
        </p:spPr>
        <p:txBody>
          <a:bodyPr/>
          <a:lstStyle>
            <a:defPPr>
              <a:defRPr kern="1200" smtId="4294967295"/>
            </a:defPPr>
            <a:lvl1pPr marL="0" indent="0" algn="ctr">
              <a:buNone/>
              <a:defRPr/>
            </a:lvl1pPr>
            <a:lvl2pPr marL="300015" indent="0" algn="ctr">
              <a:buNone/>
              <a:defRPr/>
            </a:lvl2pPr>
            <a:lvl3pPr marL="600029" indent="0" algn="ctr">
              <a:buNone/>
              <a:defRPr/>
            </a:lvl3pPr>
            <a:lvl4pPr marL="900044" indent="0" algn="ctr">
              <a:buNone/>
              <a:defRPr/>
            </a:lvl4pPr>
            <a:lvl5pPr marL="1200059" indent="0" algn="ctr">
              <a:buNone/>
              <a:defRPr/>
            </a:lvl5pPr>
            <a:lvl6pPr marL="1500073" indent="0" algn="ctr">
              <a:buNone/>
              <a:defRPr/>
            </a:lvl6pPr>
            <a:lvl7pPr marL="1800088" indent="0" algn="ctr">
              <a:buNone/>
              <a:defRPr/>
            </a:lvl7pPr>
            <a:lvl8pPr marL="2100102" indent="0" algn="ctr">
              <a:buNone/>
              <a:defRPr/>
            </a:lvl8pPr>
            <a:lvl9pPr marL="240011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5EDBB11-81A3-4CFA-BA97-1ABE9A8F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167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5940B6B-3169-44D4-847B-7863905C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290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319" y="13879906"/>
            <a:ext cx="27539630" cy="4289489"/>
          </a:xfrm>
        </p:spPr>
        <p:txBody>
          <a:bodyPr anchor="t"/>
          <a:lstStyle>
            <a:defPPr>
              <a:defRPr kern="1200" smtId="4294967295"/>
            </a:defPPr>
            <a:lvl1pPr algn="l">
              <a:defRPr sz="262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319" y="9155007"/>
            <a:ext cx="27539630" cy="4724896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1312"/>
            </a:lvl1pPr>
            <a:lvl2pPr marL="300015" indent="0">
              <a:buNone/>
              <a:defRPr sz="1181"/>
            </a:lvl2pPr>
            <a:lvl3pPr marL="600029" indent="0">
              <a:buNone/>
              <a:defRPr sz="1050"/>
            </a:lvl3pPr>
            <a:lvl4pPr marL="900044" indent="0">
              <a:buNone/>
              <a:defRPr sz="919"/>
            </a:lvl4pPr>
            <a:lvl5pPr marL="1200059" indent="0">
              <a:buNone/>
              <a:defRPr sz="919"/>
            </a:lvl5pPr>
            <a:lvl6pPr marL="1500073" indent="0">
              <a:buNone/>
              <a:defRPr sz="919"/>
            </a:lvl6pPr>
            <a:lvl7pPr marL="1800088" indent="0">
              <a:buNone/>
              <a:defRPr sz="919"/>
            </a:lvl7pPr>
            <a:lvl8pPr marL="2100102" indent="0">
              <a:buNone/>
              <a:defRPr sz="919"/>
            </a:lvl8pPr>
            <a:lvl9pPr marL="2400117" indent="0">
              <a:buNone/>
              <a:defRPr sz="9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03A4FA6-7C07-49C1-973B-224AB06B9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173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497" y="5039473"/>
            <a:ext cx="14523900" cy="14255936"/>
          </a:xfrm>
        </p:spPr>
        <p:txBody>
          <a:bodyPr/>
          <a:lstStyle>
            <a:defPPr>
              <a:defRPr kern="1200" smtId="4294967295"/>
            </a:defPPr>
            <a:lvl1pPr>
              <a:defRPr sz="1837"/>
            </a:lvl1pPr>
            <a:lvl2pPr>
              <a:defRPr sz="1575"/>
            </a:lvl2pPr>
            <a:lvl3pPr>
              <a:defRPr sz="1312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55894" y="5039473"/>
            <a:ext cx="14523900" cy="14255936"/>
          </a:xfrm>
        </p:spPr>
        <p:txBody>
          <a:bodyPr/>
          <a:lstStyle>
            <a:defPPr>
              <a:defRPr kern="1200" smtId="4294967295"/>
            </a:defPPr>
            <a:lvl1pPr>
              <a:defRPr sz="1837"/>
            </a:lvl1pPr>
            <a:lvl2pPr>
              <a:defRPr sz="1575"/>
            </a:lvl2pPr>
            <a:lvl3pPr>
              <a:defRPr sz="1312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B302B25C-7078-4EDD-9EEA-F171F39DF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333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496" y="4835313"/>
            <a:ext cx="14315310" cy="2014539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1575" b="1"/>
            </a:lvl1pPr>
            <a:lvl2pPr marL="300015" indent="0">
              <a:buNone/>
              <a:defRPr sz="1312" b="1"/>
            </a:lvl2pPr>
            <a:lvl3pPr marL="600029" indent="0">
              <a:buNone/>
              <a:defRPr sz="1181" b="1"/>
            </a:lvl3pPr>
            <a:lvl4pPr marL="900044" indent="0">
              <a:buNone/>
              <a:defRPr sz="1050" b="1"/>
            </a:lvl4pPr>
            <a:lvl5pPr marL="1200059" indent="0">
              <a:buNone/>
              <a:defRPr sz="1050" b="1"/>
            </a:lvl5pPr>
            <a:lvl6pPr marL="1500073" indent="0">
              <a:buNone/>
              <a:defRPr sz="1050" b="1"/>
            </a:lvl6pPr>
            <a:lvl7pPr marL="1800088" indent="0">
              <a:buNone/>
              <a:defRPr sz="1050" b="1"/>
            </a:lvl7pPr>
            <a:lvl8pPr marL="2100102" indent="0">
              <a:buNone/>
              <a:defRPr sz="1050" b="1"/>
            </a:lvl8pPr>
            <a:lvl9pPr marL="2400117" indent="0">
              <a:buNone/>
              <a:defRPr sz="10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496" y="6849849"/>
            <a:ext cx="14315310" cy="12444518"/>
          </a:xfrm>
        </p:spPr>
        <p:txBody>
          <a:bodyPr/>
          <a:lstStyle>
            <a:defPPr>
              <a:defRPr kern="1200" smtId="4294967295"/>
            </a:defPPr>
            <a:lvl1pPr>
              <a:defRPr sz="1575"/>
            </a:lvl1pPr>
            <a:lvl2pPr>
              <a:defRPr sz="1312"/>
            </a:lvl2pPr>
            <a:lvl3pPr>
              <a:defRPr sz="1181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58623" y="4835313"/>
            <a:ext cx="14321170" cy="2014539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1575" b="1"/>
            </a:lvl1pPr>
            <a:lvl2pPr marL="300015" indent="0">
              <a:buNone/>
              <a:defRPr sz="1312" b="1"/>
            </a:lvl2pPr>
            <a:lvl3pPr marL="600029" indent="0">
              <a:buNone/>
              <a:defRPr sz="1181" b="1"/>
            </a:lvl3pPr>
            <a:lvl4pPr marL="900044" indent="0">
              <a:buNone/>
              <a:defRPr sz="1050" b="1"/>
            </a:lvl4pPr>
            <a:lvl5pPr marL="1200059" indent="0">
              <a:buNone/>
              <a:defRPr sz="1050" b="1"/>
            </a:lvl5pPr>
            <a:lvl6pPr marL="1500073" indent="0">
              <a:buNone/>
              <a:defRPr sz="1050" b="1"/>
            </a:lvl6pPr>
            <a:lvl7pPr marL="1800088" indent="0">
              <a:buNone/>
              <a:defRPr sz="1050" b="1"/>
            </a:lvl7pPr>
            <a:lvl8pPr marL="2100102" indent="0">
              <a:buNone/>
              <a:defRPr sz="1050" b="1"/>
            </a:lvl8pPr>
            <a:lvl9pPr marL="2400117" indent="0">
              <a:buNone/>
              <a:defRPr sz="10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58623" y="6849849"/>
            <a:ext cx="14321170" cy="12444518"/>
          </a:xfrm>
        </p:spPr>
        <p:txBody>
          <a:bodyPr/>
          <a:lstStyle>
            <a:defPPr>
              <a:defRPr kern="1200" smtId="4294967295"/>
            </a:defPPr>
            <a:lvl1pPr>
              <a:defRPr sz="1575"/>
            </a:lvl1pPr>
            <a:lvl2pPr>
              <a:defRPr sz="1312"/>
            </a:lvl2pPr>
            <a:lvl3pPr>
              <a:defRPr sz="1181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32F454DA-B8E5-407C-A8B0-B2982CBF7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8905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865CC813-0CE0-4F7E-9B7F-FCCCD6CE8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3568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5D3508A-868C-432E-A93E-3C5AF7B204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7732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496" y="860398"/>
            <a:ext cx="10659141" cy="3659295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131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7690" y="860398"/>
            <a:ext cx="18112102" cy="18433970"/>
          </a:xfrm>
        </p:spPr>
        <p:txBody>
          <a:bodyPr/>
          <a:lstStyle>
            <a:defPPr>
              <a:defRPr kern="1200" smtId="4294967295"/>
            </a:defPPr>
            <a:lvl1pPr>
              <a:defRPr sz="2100"/>
            </a:lvl1pPr>
            <a:lvl2pPr>
              <a:defRPr sz="1837"/>
            </a:lvl2pPr>
            <a:lvl3pPr>
              <a:defRPr sz="1575"/>
            </a:lvl3pPr>
            <a:lvl4pPr>
              <a:defRPr sz="1312"/>
            </a:lvl4pPr>
            <a:lvl5pPr>
              <a:defRPr sz="1312"/>
            </a:lvl5pPr>
            <a:lvl6pPr>
              <a:defRPr sz="1312"/>
            </a:lvl6pPr>
            <a:lvl7pPr>
              <a:defRPr sz="1312"/>
            </a:lvl7pPr>
            <a:lvl8pPr>
              <a:defRPr sz="1312"/>
            </a:lvl8pPr>
            <a:lvl9pPr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9496" y="4519693"/>
            <a:ext cx="10659141" cy="14774675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919"/>
            </a:lvl1pPr>
            <a:lvl2pPr marL="300015" indent="0">
              <a:buNone/>
              <a:defRPr sz="787"/>
            </a:lvl2pPr>
            <a:lvl3pPr marL="600029" indent="0">
              <a:buNone/>
              <a:defRPr sz="656"/>
            </a:lvl3pPr>
            <a:lvl4pPr marL="900044" indent="0">
              <a:buNone/>
              <a:defRPr sz="591"/>
            </a:lvl4pPr>
            <a:lvl5pPr marL="1200059" indent="0">
              <a:buNone/>
              <a:defRPr sz="591"/>
            </a:lvl5pPr>
            <a:lvl6pPr marL="1500073" indent="0">
              <a:buNone/>
              <a:defRPr sz="591"/>
            </a:lvl6pPr>
            <a:lvl7pPr marL="1800088" indent="0">
              <a:buNone/>
              <a:defRPr sz="591"/>
            </a:lvl7pPr>
            <a:lvl8pPr marL="2100102" indent="0">
              <a:buNone/>
              <a:defRPr sz="591"/>
            </a:lvl8pPr>
            <a:lvl9pPr marL="2400117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DEB5CAF5-4FB5-4E33-861E-BCE1A1103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691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253" y="15119463"/>
            <a:ext cx="19439808" cy="1785377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131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50253" y="1930166"/>
            <a:ext cx="19439808" cy="12959090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2100"/>
            </a:lvl1pPr>
            <a:lvl2pPr marL="300015" indent="0">
              <a:buNone/>
              <a:defRPr sz="1837"/>
            </a:lvl2pPr>
            <a:lvl3pPr marL="600029" indent="0">
              <a:buNone/>
              <a:defRPr sz="1575"/>
            </a:lvl3pPr>
            <a:lvl4pPr marL="900044" indent="0">
              <a:buNone/>
              <a:defRPr sz="1312"/>
            </a:lvl4pPr>
            <a:lvl5pPr marL="1200059" indent="0">
              <a:buNone/>
              <a:defRPr sz="1312"/>
            </a:lvl5pPr>
            <a:lvl6pPr marL="1500073" indent="0">
              <a:buNone/>
              <a:defRPr sz="1312"/>
            </a:lvl6pPr>
            <a:lvl7pPr marL="1800088" indent="0">
              <a:buNone/>
              <a:defRPr sz="1312"/>
            </a:lvl7pPr>
            <a:lvl8pPr marL="2100102" indent="0">
              <a:buNone/>
              <a:defRPr sz="1312"/>
            </a:lvl8pPr>
            <a:lvl9pPr marL="2400117" indent="0">
              <a:buNone/>
              <a:defRPr sz="1312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0253" y="16904840"/>
            <a:ext cx="19439808" cy="2534319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919"/>
            </a:lvl1pPr>
            <a:lvl2pPr marL="300015" indent="0">
              <a:buNone/>
              <a:defRPr sz="787"/>
            </a:lvl2pPr>
            <a:lvl3pPr marL="600029" indent="0">
              <a:buNone/>
              <a:defRPr sz="656"/>
            </a:lvl3pPr>
            <a:lvl4pPr marL="900044" indent="0">
              <a:buNone/>
              <a:defRPr sz="591"/>
            </a:lvl4pPr>
            <a:lvl5pPr marL="1200059" indent="0">
              <a:buNone/>
              <a:defRPr sz="591"/>
            </a:lvl5pPr>
            <a:lvl6pPr marL="1500073" indent="0">
              <a:buNone/>
              <a:defRPr sz="591"/>
            </a:lvl6pPr>
            <a:lvl7pPr marL="1800088" indent="0">
              <a:buNone/>
              <a:defRPr sz="591"/>
            </a:lvl7pPr>
            <a:lvl8pPr marL="2100102" indent="0">
              <a:buNone/>
              <a:defRPr sz="591"/>
            </a:lvl8pPr>
            <a:lvl9pPr marL="2400117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E1738493-E10F-4F1A-B075-F4B94CA41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747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65ECC0F7-0140-4FFA-BB4D-270D63D3C3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77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89721" y="864564"/>
            <a:ext cx="7290074" cy="18430845"/>
          </a:xfrm>
        </p:spPr>
        <p:txBody>
          <a:bodyPr vert="eaVert"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19495" y="864564"/>
            <a:ext cx="21757725" cy="18430845"/>
          </a:xfr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BC1B9D64-3336-481D-94A5-F579BB4A8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4209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619497" y="864564"/>
            <a:ext cx="29160297" cy="3599921"/>
          </a:xfr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19497" y="5039473"/>
            <a:ext cx="14523900" cy="7077970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6255894" y="5039473"/>
            <a:ext cx="14523900" cy="7077970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619497" y="12217440"/>
            <a:ext cx="14523900" cy="7077969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55894" y="12217440"/>
            <a:ext cx="14523900" cy="7077969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2D98BD33-354E-4B11-91E6-709054688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980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19496" y="864564"/>
            <a:ext cx="29160297" cy="3599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ctr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9496" y="5039473"/>
            <a:ext cx="29160297" cy="1425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19496" y="19670401"/>
            <a:ext cx="7560771" cy="149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l" defTabSz="2468870">
              <a:defRPr sz="374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69288" y="19670401"/>
            <a:ext cx="10260712" cy="149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2468870">
              <a:defRPr sz="374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19021" y="19670401"/>
            <a:ext cx="7560771" cy="149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2468870">
              <a:defRPr sz="374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42DBB13-E718-4C9A-AC99-89A36AFA8F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7908160" y="10620600"/>
            <a:ext cx="9366461" cy="3224929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30940987" y="10620600"/>
            <a:ext cx="9366461" cy="3224929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5137387" y="21932851"/>
            <a:ext cx="22124514" cy="1016644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5137387" y="22307843"/>
            <a:ext cx="16199644" cy="833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202">
                <a:solidFill>
                  <a:srgbClr val="808080"/>
                </a:solidFill>
              </a:rPr>
              <a:t>Template ID: perceptualpewter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 smtId="4294967295"/>
      </a:defPPr>
      <a:lvl1pPr algn="ctr" defTabSz="2468870" rtl="0" eaLnBrk="0" fontAlgn="base" hangingPunct="0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+mj-lt"/>
          <a:ea typeface="+mj-ea"/>
          <a:cs typeface="+mj-cs"/>
        </a:defRPr>
      </a:lvl1pPr>
      <a:lvl2pPr algn="ctr" defTabSz="2468870" rtl="0" eaLnBrk="0" fontAlgn="base" hangingPunct="0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Arial" pitchFamily="34" charset="0"/>
        </a:defRPr>
      </a:lvl2pPr>
      <a:lvl3pPr algn="ctr" defTabSz="2468870" rtl="0" eaLnBrk="0" fontAlgn="base" hangingPunct="0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Arial" pitchFamily="34" charset="0"/>
        </a:defRPr>
      </a:lvl3pPr>
      <a:lvl4pPr algn="ctr" defTabSz="2468870" rtl="0" eaLnBrk="0" fontAlgn="base" hangingPunct="0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Arial" pitchFamily="34" charset="0"/>
        </a:defRPr>
      </a:lvl4pPr>
      <a:lvl5pPr algn="ctr" defTabSz="2468870" rtl="0" eaLnBrk="0" fontAlgn="base" hangingPunct="0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Arial" pitchFamily="34" charset="0"/>
        </a:defRPr>
      </a:lvl5pPr>
      <a:lvl6pPr marL="300015" algn="ctr" defTabSz="2468870" rtl="0" fontAlgn="base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Arial" pitchFamily="34" charset="0"/>
        </a:defRPr>
      </a:lvl6pPr>
      <a:lvl7pPr marL="600029" algn="ctr" defTabSz="2468870" rtl="0" fontAlgn="base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Arial" pitchFamily="34" charset="0"/>
        </a:defRPr>
      </a:lvl7pPr>
      <a:lvl8pPr marL="900044" algn="ctr" defTabSz="2468870" rtl="0" fontAlgn="base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Arial" pitchFamily="34" charset="0"/>
        </a:defRPr>
      </a:lvl8pPr>
      <a:lvl9pPr marL="1200059" algn="ctr" defTabSz="2468870" rtl="0" fontAlgn="base">
        <a:spcBef>
          <a:spcPct val="0"/>
        </a:spcBef>
        <a:spcAft>
          <a:spcPct val="0"/>
        </a:spcAft>
        <a:defRPr sz="11943">
          <a:solidFill>
            <a:schemeClr val="tx2"/>
          </a:solidFill>
          <a:latin typeface="Arial" pitchFamily="34" charset="0"/>
        </a:defRPr>
      </a:lvl9pPr>
    </p:titleStyle>
    <p:bodyStyle>
      <a:defPPr>
        <a:defRPr kern="1200" smtId="4294967295"/>
      </a:defPPr>
      <a:lvl1pPr marL="925045" indent="-925045" algn="l" defTabSz="2468870" rtl="0" eaLnBrk="0" fontAlgn="base" hangingPunct="0">
        <a:spcBef>
          <a:spcPct val="20000"/>
        </a:spcBef>
        <a:spcAft>
          <a:spcPct val="0"/>
        </a:spcAft>
        <a:buChar char="•"/>
        <a:defRPr sz="8662">
          <a:solidFill>
            <a:schemeClr val="tx1"/>
          </a:solidFill>
          <a:latin typeface="+mn-lt"/>
          <a:ea typeface="+mn-ea"/>
          <a:cs typeface="+mn-cs"/>
        </a:defRPr>
      </a:lvl1pPr>
      <a:lvl2pPr marL="2006348" indent="-771913" algn="l" defTabSz="2468870" rtl="0" eaLnBrk="0" fontAlgn="base" hangingPunct="0">
        <a:spcBef>
          <a:spcPct val="20000"/>
        </a:spcBef>
        <a:spcAft>
          <a:spcPct val="0"/>
        </a:spcAft>
        <a:buChar char="–"/>
        <a:defRPr sz="7546">
          <a:solidFill>
            <a:schemeClr val="tx1"/>
          </a:solidFill>
          <a:latin typeface="+mn-lt"/>
        </a:defRPr>
      </a:lvl2pPr>
      <a:lvl3pPr marL="3085567" indent="-616697" algn="l" defTabSz="2468870" rtl="0" eaLnBrk="0" fontAlgn="base" hangingPunct="0">
        <a:spcBef>
          <a:spcPct val="20000"/>
        </a:spcBef>
        <a:spcAft>
          <a:spcPct val="0"/>
        </a:spcAft>
        <a:buChar char="•"/>
        <a:defRPr sz="6496">
          <a:solidFill>
            <a:schemeClr val="tx1"/>
          </a:solidFill>
          <a:latin typeface="+mn-lt"/>
        </a:defRPr>
      </a:lvl3pPr>
      <a:lvl4pPr marL="4320003" indent="-616697" algn="l" defTabSz="2468870" rtl="0" eaLnBrk="0" fontAlgn="base" hangingPunct="0">
        <a:spcBef>
          <a:spcPct val="20000"/>
        </a:spcBef>
        <a:spcAft>
          <a:spcPct val="0"/>
        </a:spcAft>
        <a:buChar char="–"/>
        <a:defRPr sz="5381">
          <a:solidFill>
            <a:schemeClr val="tx1"/>
          </a:solidFill>
          <a:latin typeface="+mn-lt"/>
        </a:defRPr>
      </a:lvl4pPr>
      <a:lvl5pPr marL="5555480" indent="-617739" algn="l" defTabSz="2468870" rtl="0" eaLnBrk="0" fontAlgn="base" hangingPunct="0">
        <a:spcBef>
          <a:spcPct val="20000"/>
        </a:spcBef>
        <a:spcAft>
          <a:spcPct val="0"/>
        </a:spcAft>
        <a:buChar char="»"/>
        <a:defRPr sz="5381">
          <a:solidFill>
            <a:schemeClr val="tx1"/>
          </a:solidFill>
          <a:latin typeface="+mn-lt"/>
        </a:defRPr>
      </a:lvl5pPr>
      <a:lvl6pPr marL="5855494" indent="-617739" algn="l" defTabSz="2468870" rtl="0" fontAlgn="base">
        <a:spcBef>
          <a:spcPct val="20000"/>
        </a:spcBef>
        <a:spcAft>
          <a:spcPct val="0"/>
        </a:spcAft>
        <a:buChar char="»"/>
        <a:defRPr sz="5381">
          <a:solidFill>
            <a:schemeClr val="tx1"/>
          </a:solidFill>
          <a:latin typeface="+mn-lt"/>
        </a:defRPr>
      </a:lvl6pPr>
      <a:lvl7pPr marL="6155509" indent="-617739" algn="l" defTabSz="2468870" rtl="0" fontAlgn="base">
        <a:spcBef>
          <a:spcPct val="20000"/>
        </a:spcBef>
        <a:spcAft>
          <a:spcPct val="0"/>
        </a:spcAft>
        <a:buChar char="»"/>
        <a:defRPr sz="5381">
          <a:solidFill>
            <a:schemeClr val="tx1"/>
          </a:solidFill>
          <a:latin typeface="+mn-lt"/>
        </a:defRPr>
      </a:lvl7pPr>
      <a:lvl8pPr marL="6455524" indent="-617739" algn="l" defTabSz="2468870" rtl="0" fontAlgn="base">
        <a:spcBef>
          <a:spcPct val="20000"/>
        </a:spcBef>
        <a:spcAft>
          <a:spcPct val="0"/>
        </a:spcAft>
        <a:buChar char="»"/>
        <a:defRPr sz="5381">
          <a:solidFill>
            <a:schemeClr val="tx1"/>
          </a:solidFill>
          <a:latin typeface="+mn-lt"/>
        </a:defRPr>
      </a:lvl8pPr>
      <a:lvl9pPr marL="6755538" indent="-617739" algn="l" defTabSz="2468870" rtl="0" fontAlgn="base">
        <a:spcBef>
          <a:spcPct val="20000"/>
        </a:spcBef>
        <a:spcAft>
          <a:spcPct val="0"/>
        </a:spcAft>
        <a:buChar char="»"/>
        <a:defRPr sz="538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300015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2pPr>
      <a:lvl3pPr marL="600029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00044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4pPr>
      <a:lvl5pPr marL="1200059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5pPr>
      <a:lvl6pPr marL="1500073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6pPr>
      <a:lvl7pPr marL="1800088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7pPr>
      <a:lvl8pPr marL="2100102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8pPr>
      <a:lvl9pPr marL="2400117" algn="l" defTabSz="600029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28276A7-3AB2-FC43-A12F-AFB2A33B1E84}"/>
              </a:ext>
            </a:extLst>
          </p:cNvPr>
          <p:cNvSpPr/>
          <p:nvPr/>
        </p:nvSpPr>
        <p:spPr bwMode="auto">
          <a:xfrm>
            <a:off x="-30956" y="-261339"/>
            <a:ext cx="32506444" cy="3488341"/>
          </a:xfrm>
          <a:prstGeom prst="rect">
            <a:avLst/>
          </a:prstGeom>
          <a:solidFill>
            <a:srgbClr val="94110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37160" tIns="68580" rIns="137160" bIns="6858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762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300" b="1" i="0" u="none" strike="noStrike" cap="none" normalizeH="0" baseline="0">
              <a:ln>
                <a:noFill/>
              </a:ln>
              <a:solidFill>
                <a:srgbClr val="FF9900"/>
              </a:solidFill>
              <a:effectLst/>
              <a:latin typeface="Arial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2C25681-95AF-45D0-852E-DC3E00E2FDFE}"/>
              </a:ext>
            </a:extLst>
          </p:cNvPr>
          <p:cNvSpPr txBox="1"/>
          <p:nvPr/>
        </p:nvSpPr>
        <p:spPr>
          <a:xfrm>
            <a:off x="4504224" y="284162"/>
            <a:ext cx="23735020" cy="1108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468025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5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Ttile</a:t>
            </a:r>
            <a:endParaRPr lang="en-US" sz="5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0D303C-BC2E-4D27-8DCB-AFFC83235B99}"/>
              </a:ext>
            </a:extLst>
          </p:cNvPr>
          <p:cNvSpPr txBox="1"/>
          <p:nvPr/>
        </p:nvSpPr>
        <p:spPr>
          <a:xfrm>
            <a:off x="1488028" y="5044302"/>
            <a:ext cx="9072816" cy="4098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Chomsky (1995, p. 6)</a:t>
            </a: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</a:pPr>
            <a:endParaRPr lang="en-US" altLang="zh-CN" sz="2000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u-RU" altLang="zh-CN" sz="2000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360C3A-E023-AA49-8DD0-7D41D8FD8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044" y="373596"/>
            <a:ext cx="2259011" cy="2259011"/>
          </a:xfrm>
          <a:prstGeom prst="rect">
            <a:avLst/>
          </a:prstGeom>
        </p:spPr>
      </p:pic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9E15451-7C40-5F4D-94FC-EE51002DB134}"/>
              </a:ext>
            </a:extLst>
          </p:cNvPr>
          <p:cNvSpPr txBox="1"/>
          <p:nvPr/>
        </p:nvSpPr>
        <p:spPr>
          <a:xfrm>
            <a:off x="22445595" y="427779"/>
            <a:ext cx="8915400" cy="1108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468025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3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NAME</a:t>
            </a:r>
          </a:p>
          <a:p>
            <a:pPr defTabSz="2468025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3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School of XXXXXX, PKU</a:t>
            </a:r>
          </a:p>
          <a:p>
            <a:pPr defTabSz="2468025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3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name@pku.edu.cn</a:t>
            </a:r>
            <a:endParaRPr lang="en-US" altLang="zh-CN" sz="3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BE2944B-D886-B64A-A4A7-F7BF10D31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4925" y="1293972"/>
            <a:ext cx="441558" cy="4106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91E8060-579F-164F-903E-50C791C5D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1026" y="1990288"/>
            <a:ext cx="489919" cy="48991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4E35F71-B28A-5549-99C8-09FDE8763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9844" y="435536"/>
            <a:ext cx="733895" cy="733895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9C97D0C5-B8DE-A74A-9D6A-33C2FDEDDF3B}"/>
              </a:ext>
            </a:extLst>
          </p:cNvPr>
          <p:cNvGrpSpPr/>
          <p:nvPr/>
        </p:nvGrpSpPr>
        <p:grpSpPr>
          <a:xfrm>
            <a:off x="1488028" y="4080651"/>
            <a:ext cx="9072816" cy="589870"/>
            <a:chOff x="1237372" y="4796964"/>
            <a:chExt cx="7172678" cy="58987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1C487E8-F1F1-0F47-AD66-235DF7E7E617}"/>
                </a:ext>
              </a:extLst>
            </p:cNvPr>
            <p:cNvSpPr/>
            <p:nvPr/>
          </p:nvSpPr>
          <p:spPr bwMode="auto">
            <a:xfrm>
              <a:off x="1237372" y="4807079"/>
              <a:ext cx="7172678" cy="5797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260025" sx="104000" sy="104000" algn="ctr" rotWithShape="0">
                <a:prstClr val="black">
                  <a:alpha val="18000"/>
                </a:prstClr>
              </a:outerShdw>
            </a:effectLst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defTabSz="3762375"/>
              <a:r>
                <a:rPr lang="en-US" altLang="zh-CN" sz="3000" dirty="0">
                  <a:solidFill>
                    <a:schemeClr val="tx1"/>
                  </a:solidFill>
                  <a:latin typeface="Nunito" panose="00000500000000000000" pitchFamily="2" charset="0"/>
                </a:rPr>
                <a:t>Introduction</a:t>
              </a:r>
              <a:endParaRPr kumimoji="0" lang="zh-CN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0A8C2C94-29B9-8D41-8DDC-C6CECACFCB4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37372" y="4796964"/>
              <a:ext cx="7172678" cy="10115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CAFAD9E-A783-CA4E-A2D4-F4AF7525FC0E}"/>
              </a:ext>
            </a:extLst>
          </p:cNvPr>
          <p:cNvGrpSpPr/>
          <p:nvPr/>
        </p:nvGrpSpPr>
        <p:grpSpPr>
          <a:xfrm>
            <a:off x="6827044" y="6886600"/>
            <a:ext cx="3809999" cy="1537451"/>
            <a:chOff x="10035063" y="7256697"/>
            <a:chExt cx="3328297" cy="1537451"/>
          </a:xfrm>
        </p:grpSpPr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7899C0C6-8DFA-6344-8B9D-A05F55178BF5}"/>
                </a:ext>
              </a:extLst>
            </p:cNvPr>
            <p:cNvSpPr/>
            <p:nvPr/>
          </p:nvSpPr>
          <p:spPr bwMode="auto">
            <a:xfrm>
              <a:off x="10035063" y="7256697"/>
              <a:ext cx="3192781" cy="1537451"/>
            </a:xfrm>
            <a:prstGeom prst="rect">
              <a:avLst/>
            </a:prstGeom>
            <a:solidFill>
              <a:srgbClr val="C8C8C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260025" sx="104000" sy="104000" algn="ctr" rotWithShape="0">
                <a:prstClr val="black">
                  <a:alpha val="18000"/>
                </a:prstClr>
              </a:outerShdw>
            </a:effectLst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defTabSz="3762375"/>
              <a:endParaRPr kumimoji="0" lang="zh-CN" altLang="en-US" sz="3000" b="1" i="0" u="none" strike="noStrike" cap="none" normalizeH="0" baseline="0" dirty="0">
                <a:ln>
                  <a:noFill/>
                </a:ln>
                <a:solidFill>
                  <a:srgbClr val="941109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8E99C6C-AE46-044A-8F59-2CE7317B1FA3}"/>
                </a:ext>
              </a:extLst>
            </p:cNvPr>
            <p:cNvSpPr/>
            <p:nvPr/>
          </p:nvSpPr>
          <p:spPr>
            <a:xfrm>
              <a:off x="10090571" y="7770633"/>
              <a:ext cx="3192780" cy="3669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1600" b="0" dirty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L2 learners</a:t>
              </a:r>
              <a:endParaRPr lang="zh-CN" altLang="en-US" sz="1600" b="0" dirty="0">
                <a:solidFill>
                  <a:schemeClr val="tx1"/>
                </a:solidFill>
                <a:latin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CABDC4CD-C778-8C42-BA81-B889673CCE81}"/>
                </a:ext>
              </a:extLst>
            </p:cNvPr>
            <p:cNvSpPr/>
            <p:nvPr/>
          </p:nvSpPr>
          <p:spPr bwMode="auto">
            <a:xfrm>
              <a:off x="10035064" y="7256698"/>
              <a:ext cx="3192781" cy="427254"/>
            </a:xfrm>
            <a:prstGeom prst="rect">
              <a:avLst/>
            </a:prstGeom>
            <a:solidFill>
              <a:srgbClr val="94110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37623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300" b="1" i="0" u="none" strike="noStrike" cap="none" normalizeH="0" baseline="0">
                <a:ln>
                  <a:noFill/>
                </a:ln>
                <a:solidFill>
                  <a:srgbClr val="FF9900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E0FA8310-64EC-4248-A5CE-440378AF18DF}"/>
                </a:ext>
              </a:extLst>
            </p:cNvPr>
            <p:cNvSpPr/>
            <p:nvPr/>
          </p:nvSpPr>
          <p:spPr>
            <a:xfrm>
              <a:off x="10090570" y="7314620"/>
              <a:ext cx="327279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6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Step two: assembly</a:t>
              </a:r>
              <a:endParaRPr lang="zh-CN" altLang="en-US" sz="160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3" name="右箭头 42">
            <a:extLst>
              <a:ext uri="{FF2B5EF4-FFF2-40B4-BE49-F238E27FC236}">
                <a16:creationId xmlns:a16="http://schemas.microsoft.com/office/drawing/2014/main" id="{7A72FEA2-265E-694F-886D-1CDE7DB391A5}"/>
              </a:ext>
            </a:extLst>
          </p:cNvPr>
          <p:cNvSpPr/>
          <p:nvPr/>
        </p:nvSpPr>
        <p:spPr bwMode="auto">
          <a:xfrm>
            <a:off x="6086772" y="7340783"/>
            <a:ext cx="482995" cy="572444"/>
          </a:xfrm>
          <a:prstGeom prst="rightArrow">
            <a:avLst/>
          </a:prstGeom>
          <a:gradFill rotWithShape="1">
            <a:gsLst>
              <a:gs pos="0">
                <a:srgbClr val="800000"/>
              </a:gs>
              <a:gs pos="50000">
                <a:srgbClr val="800000">
                  <a:gamma/>
                  <a:tint val="73725"/>
                  <a:invGamma/>
                </a:srgbClr>
              </a:gs>
              <a:gs pos="100000">
                <a:srgbClr val="800000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762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300" b="1" i="0" u="none" strike="noStrike" cap="none" normalizeH="0" baseline="0">
              <a:ln>
                <a:noFill/>
              </a:ln>
              <a:solidFill>
                <a:srgbClr val="FF9900"/>
              </a:solidFill>
              <a:effectLst/>
              <a:latin typeface="Arial" pitchFamily="34" charset="0"/>
            </a:endParaRPr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2E141446-FEFC-DB4E-947B-2A2A59602CAB}"/>
              </a:ext>
            </a:extLst>
          </p:cNvPr>
          <p:cNvGrpSpPr/>
          <p:nvPr/>
        </p:nvGrpSpPr>
        <p:grpSpPr>
          <a:xfrm>
            <a:off x="21715376" y="8589962"/>
            <a:ext cx="9072816" cy="589870"/>
            <a:chOff x="1237372" y="4796964"/>
            <a:chExt cx="7172678" cy="589870"/>
          </a:xfrm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B681B368-B8B3-834D-B9ED-29F077661B8F}"/>
                </a:ext>
              </a:extLst>
            </p:cNvPr>
            <p:cNvSpPr/>
            <p:nvPr/>
          </p:nvSpPr>
          <p:spPr bwMode="auto">
            <a:xfrm>
              <a:off x="1237372" y="4807079"/>
              <a:ext cx="7172678" cy="5797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260025" sx="104000" sy="104000" algn="ctr" rotWithShape="0">
                <a:prstClr val="black">
                  <a:alpha val="18000"/>
                </a:prstClr>
              </a:outerShdw>
            </a:effectLst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defTabSz="3762375"/>
              <a:r>
                <a:rPr lang="en-US" altLang="zh-CN" sz="3000" dirty="0">
                  <a:solidFill>
                    <a:schemeClr val="tx1"/>
                  </a:solidFill>
                  <a:latin typeface="Nunito" panose="00000500000000000000" pitchFamily="2" charset="0"/>
                </a:rPr>
                <a:t>Discussion</a:t>
              </a:r>
              <a:endParaRPr kumimoji="0" lang="zh-CN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138" name="直线连接符 137">
              <a:extLst>
                <a:ext uri="{FF2B5EF4-FFF2-40B4-BE49-F238E27FC236}">
                  <a16:creationId xmlns:a16="http://schemas.microsoft.com/office/drawing/2014/main" id="{6B708F51-CD9E-4346-A32F-F80DD6A048D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37372" y="4796964"/>
              <a:ext cx="7172678" cy="10115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7359C9B6-E916-E64E-A839-669F26C360E9}"/>
              </a:ext>
            </a:extLst>
          </p:cNvPr>
          <p:cNvGrpSpPr/>
          <p:nvPr/>
        </p:nvGrpSpPr>
        <p:grpSpPr>
          <a:xfrm>
            <a:off x="1978057" y="6844624"/>
            <a:ext cx="3809999" cy="1537451"/>
            <a:chOff x="10035063" y="7256697"/>
            <a:chExt cx="3328297" cy="1537451"/>
          </a:xfrm>
        </p:grpSpPr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229F2081-1F09-CD4A-97E2-B13B18E4E8B9}"/>
                </a:ext>
              </a:extLst>
            </p:cNvPr>
            <p:cNvSpPr/>
            <p:nvPr/>
          </p:nvSpPr>
          <p:spPr bwMode="auto">
            <a:xfrm>
              <a:off x="10035063" y="7256697"/>
              <a:ext cx="3192781" cy="1537451"/>
            </a:xfrm>
            <a:prstGeom prst="rect">
              <a:avLst/>
            </a:prstGeom>
            <a:solidFill>
              <a:srgbClr val="C8C8C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260025" sx="104000" sy="104000" algn="ctr" rotWithShape="0">
                <a:prstClr val="black">
                  <a:alpha val="18000"/>
                </a:prstClr>
              </a:outerShdw>
            </a:effectLst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defTabSz="3762375"/>
              <a:endParaRPr kumimoji="0" lang="zh-CN" altLang="en-US" sz="3000" b="1" i="0" u="none" strike="noStrike" cap="none" normalizeH="0" baseline="0" dirty="0">
                <a:ln>
                  <a:noFill/>
                </a:ln>
                <a:solidFill>
                  <a:srgbClr val="941109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EB8034C3-C872-744B-969C-36F7EA1FD7E7}"/>
                </a:ext>
              </a:extLst>
            </p:cNvPr>
            <p:cNvSpPr/>
            <p:nvPr/>
          </p:nvSpPr>
          <p:spPr>
            <a:xfrm>
              <a:off x="10090571" y="7770633"/>
              <a:ext cx="3192780" cy="3669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1600" b="0" dirty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L2 learners </a:t>
              </a:r>
              <a:r>
                <a:rPr lang="en-US" altLang="zh-CN" sz="1600" b="0" dirty="0" err="1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wil</a:t>
              </a:r>
              <a:endParaRPr lang="zh-CN" altLang="en-US" sz="1600" b="0" dirty="0">
                <a:solidFill>
                  <a:schemeClr val="tx1"/>
                </a:solidFill>
                <a:latin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8141515C-9CEB-BA45-8266-35E5DCCE58E1}"/>
                </a:ext>
              </a:extLst>
            </p:cNvPr>
            <p:cNvSpPr/>
            <p:nvPr/>
          </p:nvSpPr>
          <p:spPr bwMode="auto">
            <a:xfrm>
              <a:off x="10035064" y="7256698"/>
              <a:ext cx="3192781" cy="427254"/>
            </a:xfrm>
            <a:prstGeom prst="rect">
              <a:avLst/>
            </a:prstGeom>
            <a:solidFill>
              <a:srgbClr val="94110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37623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300" b="1" i="0" u="none" strike="noStrike" cap="none" normalizeH="0" baseline="0">
                <a:ln>
                  <a:noFill/>
                </a:ln>
                <a:solidFill>
                  <a:srgbClr val="FF9900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6EB4D5CE-DD4F-1248-BDCA-E510149596F4}"/>
                </a:ext>
              </a:extLst>
            </p:cNvPr>
            <p:cNvSpPr/>
            <p:nvPr/>
          </p:nvSpPr>
          <p:spPr>
            <a:xfrm>
              <a:off x="10090570" y="7314620"/>
              <a:ext cx="327279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6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Step one: selection</a:t>
              </a:r>
              <a:endParaRPr lang="zh-CN" altLang="en-US" sz="160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62F0196B-7F28-0742-9A87-85DD16A9EB19}"/>
              </a:ext>
            </a:extLst>
          </p:cNvPr>
          <p:cNvGrpSpPr/>
          <p:nvPr/>
        </p:nvGrpSpPr>
        <p:grpSpPr>
          <a:xfrm>
            <a:off x="1488026" y="12265332"/>
            <a:ext cx="9072816" cy="589870"/>
            <a:chOff x="1237372" y="4796964"/>
            <a:chExt cx="7172678" cy="589870"/>
          </a:xfrm>
        </p:grpSpPr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B6C5C2F6-D9FF-674D-AFEB-A87C53371B0D}"/>
                </a:ext>
              </a:extLst>
            </p:cNvPr>
            <p:cNvSpPr/>
            <p:nvPr/>
          </p:nvSpPr>
          <p:spPr bwMode="auto">
            <a:xfrm>
              <a:off x="1237372" y="4807079"/>
              <a:ext cx="7172678" cy="5797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260025" sx="104000" sy="104000" algn="ctr" rotWithShape="0">
                <a:prstClr val="black">
                  <a:alpha val="18000"/>
                </a:prstClr>
              </a:outerShdw>
            </a:effectLst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defTabSz="3762375"/>
              <a:r>
                <a:rPr lang="en-US" altLang="zh-CN" sz="3000" dirty="0">
                  <a:solidFill>
                    <a:schemeClr val="tx1"/>
                  </a:solidFill>
                  <a:latin typeface="Nunito" panose="00000500000000000000" pitchFamily="2" charset="0"/>
                </a:rPr>
                <a:t>Empirical study</a:t>
              </a:r>
            </a:p>
          </p:txBody>
        </p:sp>
        <p:cxnSp>
          <p:nvCxnSpPr>
            <p:cNvPr id="167" name="直线连接符 166">
              <a:extLst>
                <a:ext uri="{FF2B5EF4-FFF2-40B4-BE49-F238E27FC236}">
                  <a16:creationId xmlns:a16="http://schemas.microsoft.com/office/drawing/2014/main" id="{BE7858EC-041F-8B45-A276-883548EF9EB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37372" y="4796964"/>
              <a:ext cx="7172678" cy="10115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1" name="TextBox 47">
            <a:extLst>
              <a:ext uri="{FF2B5EF4-FFF2-40B4-BE49-F238E27FC236}">
                <a16:creationId xmlns:a16="http://schemas.microsoft.com/office/drawing/2014/main" id="{19225ADC-7C19-364D-8555-B1E9AF53B8C3}"/>
              </a:ext>
            </a:extLst>
          </p:cNvPr>
          <p:cNvSpPr txBox="1"/>
          <p:nvPr/>
        </p:nvSpPr>
        <p:spPr>
          <a:xfrm>
            <a:off x="1488026" y="13140022"/>
            <a:ext cx="9072816" cy="9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94110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Research questions</a:t>
            </a:r>
            <a:endParaRPr lang="en-US" altLang="zh-CN" sz="2000" b="0" dirty="0">
              <a:solidFill>
                <a:srgbClr val="941109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</a:t>
            </a:r>
          </a:p>
        </p:txBody>
      </p:sp>
      <p:sp>
        <p:nvSpPr>
          <p:cNvPr id="172" name="TextBox 47">
            <a:extLst>
              <a:ext uri="{FF2B5EF4-FFF2-40B4-BE49-F238E27FC236}">
                <a16:creationId xmlns:a16="http://schemas.microsoft.com/office/drawing/2014/main" id="{2FEB1A02-9DCD-8043-84D5-2FE34F7F94E7}"/>
              </a:ext>
            </a:extLst>
          </p:cNvPr>
          <p:cNvSpPr txBox="1"/>
          <p:nvPr/>
        </p:nvSpPr>
        <p:spPr>
          <a:xfrm>
            <a:off x="11663236" y="4025017"/>
            <a:ext cx="9072816" cy="9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000" b="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499C046A-C9C9-B24A-9A4B-8144B962FDFD}"/>
              </a:ext>
            </a:extLst>
          </p:cNvPr>
          <p:cNvGrpSpPr/>
          <p:nvPr/>
        </p:nvGrpSpPr>
        <p:grpSpPr>
          <a:xfrm>
            <a:off x="11663236" y="11380198"/>
            <a:ext cx="9072816" cy="589870"/>
            <a:chOff x="1237372" y="4796964"/>
            <a:chExt cx="7172678" cy="589870"/>
          </a:xfrm>
        </p:grpSpPr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C58EE118-8740-8F49-AC95-3E33F1750866}"/>
                </a:ext>
              </a:extLst>
            </p:cNvPr>
            <p:cNvSpPr/>
            <p:nvPr/>
          </p:nvSpPr>
          <p:spPr bwMode="auto">
            <a:xfrm>
              <a:off x="1237372" y="4807079"/>
              <a:ext cx="7172678" cy="5797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260025" sx="104000" sy="104000" algn="ctr" rotWithShape="0">
                <a:prstClr val="black">
                  <a:alpha val="18000"/>
                </a:prstClr>
              </a:outerShdw>
            </a:effectLst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defTabSz="3762375"/>
              <a:r>
                <a:rPr lang="en-US" altLang="zh-CN" sz="3000" dirty="0">
                  <a:solidFill>
                    <a:schemeClr val="tx1"/>
                  </a:solidFill>
                  <a:latin typeface="Nunito" panose="00000500000000000000" pitchFamily="2" charset="0"/>
                </a:rPr>
                <a:t>Result</a:t>
              </a:r>
              <a:endParaRPr kumimoji="0" lang="zh-CN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176" name="直线连接符 175">
              <a:extLst>
                <a:ext uri="{FF2B5EF4-FFF2-40B4-BE49-F238E27FC236}">
                  <a16:creationId xmlns:a16="http://schemas.microsoft.com/office/drawing/2014/main" id="{B9411275-3D11-464C-AE52-2DD6FFC8AD0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37372" y="4796964"/>
              <a:ext cx="7172678" cy="10115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2" name="Rectangle 2">
            <a:extLst>
              <a:ext uri="{FF2B5EF4-FFF2-40B4-BE49-F238E27FC236}">
                <a16:creationId xmlns:a16="http://schemas.microsoft.com/office/drawing/2014/main" id="{4A1C08ED-2569-3748-914F-6ACF7AD06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4844" y="12775627"/>
            <a:ext cx="54509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zh-CN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1. </a:t>
            </a:r>
            <a:r>
              <a:rPr lang="en-GB" altLang="zh-CN" sz="1600" b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mean scores of the translation task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633FC431-F239-4E44-9DF3-88860013481F}"/>
              </a:ext>
            </a:extLst>
          </p:cNvPr>
          <p:cNvGrpSpPr/>
          <p:nvPr/>
        </p:nvGrpSpPr>
        <p:grpSpPr>
          <a:xfrm>
            <a:off x="21717550" y="15751413"/>
            <a:ext cx="9072816" cy="589870"/>
            <a:chOff x="1237372" y="4796964"/>
            <a:chExt cx="7172678" cy="589870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AEA84C5-3778-864E-AFA8-1BFBB5C463B9}"/>
                </a:ext>
              </a:extLst>
            </p:cNvPr>
            <p:cNvSpPr/>
            <p:nvPr/>
          </p:nvSpPr>
          <p:spPr bwMode="auto">
            <a:xfrm>
              <a:off x="1237372" y="4807079"/>
              <a:ext cx="7172678" cy="57975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260025" sx="104000" sy="104000" algn="ctr" rotWithShape="0">
                <a:prstClr val="black">
                  <a:alpha val="18000"/>
                </a:prstClr>
              </a:outerShdw>
            </a:effectLst>
          </p:spPr>
          <p:txBody>
            <a:bodyPr vert="horz" wrap="non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defTabSz="3762375"/>
              <a:r>
                <a:rPr lang="en-US" altLang="zh-CN" sz="3000" dirty="0">
                  <a:solidFill>
                    <a:schemeClr val="tx1"/>
                  </a:solidFill>
                  <a:latin typeface="Nunito" panose="00000500000000000000" pitchFamily="2" charset="0"/>
                </a:rPr>
                <a:t>Conclusion</a:t>
              </a:r>
              <a:endParaRPr kumimoji="0" lang="zh-CN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661E9BDF-9A4B-2548-9DDD-C147C352F37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37372" y="4796964"/>
              <a:ext cx="7172678" cy="10115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4.0"/>
  <p:tag name="AS_VERSION" val="16.9.0.0"/>
  <p:tag name="MAKESIGNSTEMPLATE" val="perceptualpewter|09-2018"/>
</p:tagLst>
</file>

<file path=ppt/theme/theme1.xml><?xml version="1.0" encoding="utf-8"?>
<a:theme xmlns:a="http://schemas.openxmlformats.org/drawingml/2006/main" name="Default Desig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6368</TotalTime>
  <Words>54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Helvetica Neue</vt:lpstr>
      <vt:lpstr>Nunito</vt:lpstr>
      <vt:lpstr>Open Sans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Microsoft Office User</cp:lastModifiedBy>
  <cp:revision>180</cp:revision>
  <dcterms:modified xsi:type="dcterms:W3CDTF">2022-05-18T09:10:46Z</dcterms:modified>
  <cp:category>science research poster</cp:category>
</cp:coreProperties>
</file>