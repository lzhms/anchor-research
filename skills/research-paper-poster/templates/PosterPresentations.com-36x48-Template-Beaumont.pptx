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9" r:id="rId2"/>
    <p:sldMasterId id="2147483657" r:id="rId3"/>
    <p:sldMasterId id="2147483653" r:id="rId4"/>
  </p:sldMasterIdLst>
  <p:notesMasterIdLst>
    <p:notesMasterId r:id="rId6"/>
  </p:notesMasterIdLst>
  <p:handoutMasterIdLst>
    <p:handoutMasterId r:id="rId7"/>
  </p:handoutMasterIdLst>
  <p:sldIdLst>
    <p:sldId id="257" r:id="rId5"/>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581">
          <p15:clr>
            <a:srgbClr val="A4A3A4"/>
          </p15:clr>
        </p15:guide>
        <p15:guide id="6" pos="27069">
          <p15:clr>
            <a:srgbClr val="A4A3A4"/>
          </p15:clr>
        </p15:guide>
        <p15:guide id="7" pos="245">
          <p15:clr>
            <a:srgbClr val="A4A3A4"/>
          </p15:clr>
        </p15:guide>
        <p15:guide id="8" pos="2736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401" autoAdjust="0"/>
    <p:restoredTop sz="94692" autoAdjust="0"/>
  </p:normalViewPr>
  <p:slideViewPr>
    <p:cSldViewPr snapToGrid="0" snapToObjects="1" showGuides="1">
      <p:cViewPr>
        <p:scale>
          <a:sx n="28" d="100"/>
          <a:sy n="28" d="100"/>
        </p:scale>
        <p:origin x="3664" y="840"/>
      </p:cViewPr>
      <p:guideLst>
        <p:guide orient="horz" pos="3318"/>
        <p:guide orient="horz" pos="288"/>
        <p:guide orient="horz" pos="20160"/>
        <p:guide orient="horz"/>
        <p:guide pos="581"/>
        <p:guide pos="27069"/>
        <p:guide pos="245"/>
        <p:guide pos="27364"/>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3" Type="http://schemas.openxmlformats.org/officeDocument/2006/relationships/slideMaster" Target="slideMasters/slideMaster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8/8/19</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8/8/19</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posterpresentations.com/helpdesk.html"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000" dirty="0"/>
              <a:t>For assistance with this research poster template visit: </a:t>
            </a:r>
            <a:r>
              <a:rPr lang="en-US" sz="2000" dirty="0">
                <a:hlinkClick r:id="rId3"/>
              </a:rPr>
              <a:t>https://www.posterpresentations.com/helpdesk.html</a:t>
            </a:r>
            <a:endParaRPr lang="en-US" sz="2000" dirty="0"/>
          </a:p>
        </p:txBody>
      </p:sp>
      <p:sp>
        <p:nvSpPr>
          <p:cNvPr id="4" name="Slide Number Placeholder 3"/>
          <p:cNvSpPr>
            <a:spLocks noGrp="1"/>
          </p:cNvSpPr>
          <p:nvPr>
            <p:ph type="sldNum" sz="quarter" idx="5"/>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33994891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27923"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46076"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46074"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28410"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24306"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417094"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402536"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27923"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54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96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Quick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27923"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46076"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46074"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28410"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24306"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417094"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402536"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27923"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54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96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526256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ndard 3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6" y="6295353"/>
            <a:ext cx="13591277" cy="861752"/>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922338" y="5431995"/>
            <a:ext cx="13573126"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922338" y="18240478"/>
            <a:ext cx="13592864" cy="861752"/>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0" name="Text Placeholder 5"/>
          <p:cNvSpPr>
            <a:spLocks noGrp="1"/>
          </p:cNvSpPr>
          <p:nvPr>
            <p:ph type="body" sz="quarter" idx="20" hasCustomPrompt="1"/>
          </p:nvPr>
        </p:nvSpPr>
        <p:spPr>
          <a:xfrm>
            <a:off x="942080" y="17409229"/>
            <a:ext cx="1357312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5154276" y="21595083"/>
            <a:ext cx="13571534" cy="861752"/>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5154276" y="20739663"/>
            <a:ext cx="13571534"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MATERIALS &amp; METHODS</a:t>
            </a:r>
          </a:p>
        </p:txBody>
      </p:sp>
      <p:sp>
        <p:nvSpPr>
          <p:cNvPr id="23" name="Text Placeholder 3"/>
          <p:cNvSpPr>
            <a:spLocks noGrp="1"/>
          </p:cNvSpPr>
          <p:nvPr>
            <p:ph type="body" sz="quarter" idx="23" hasCustomPrompt="1"/>
          </p:nvPr>
        </p:nvSpPr>
        <p:spPr>
          <a:xfrm>
            <a:off x="15162215" y="6295353"/>
            <a:ext cx="13571534" cy="861752"/>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5154277" y="5431995"/>
            <a:ext cx="1357947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29395741" y="5431995"/>
            <a:ext cx="1357602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29395741" y="6295353"/>
            <a:ext cx="13576029" cy="861752"/>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9395741" y="17377122"/>
            <a:ext cx="13576029" cy="754045"/>
          </a:xfrm>
          <a:prstGeom prst="rect">
            <a:avLst/>
          </a:prstGeom>
          <a:noFill/>
        </p:spPr>
        <p:txBody>
          <a:bodyPr wrap="square" lIns="91436" tIns="91436" rIns="91436" bIns="91436" anchor="ctr" anchorCtr="0">
            <a:spAutoFit/>
          </a:bodyPr>
          <a:lstStyle>
            <a:lvl1pPr marL="0" indent="0" algn="ctr">
              <a:buNone/>
              <a:tabLst/>
              <a:defRPr sz="37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29390710" y="18157350"/>
            <a:ext cx="13581061" cy="861752"/>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9395741" y="25845657"/>
            <a:ext cx="1357602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29395742" y="26625887"/>
            <a:ext cx="13581061" cy="861752"/>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54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Autofit/>
          </a:bodyPr>
          <a:lstStyle>
            <a:lvl1pPr marL="0" indent="0" algn="ctr">
              <a:buFontTx/>
              <a:buNone/>
              <a:defRPr sz="96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8" y="6212225"/>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922341" y="534886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902598" y="15043762"/>
            <a:ext cx="1005840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922339"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1587163" y="6204287"/>
            <a:ext cx="2072004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11587164" y="5348867"/>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11587164" y="21896538"/>
            <a:ext cx="20720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11587162" y="21074746"/>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32905536" y="5348867"/>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32905536" y="6212225"/>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32905536"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32905536"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32905536" y="25669876"/>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32905536" y="26436774"/>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54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96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3.xml"/><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4.xml"/><Relationship Id="rId1" Type="http://schemas.openxmlformats.org/officeDocument/2006/relationships/slideLayout" Target="../slideLayouts/slideLayout4.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14F0052-EB2B-214A-A571-468A263B568E}"/>
              </a:ext>
            </a:extLst>
          </p:cNvPr>
          <p:cNvGrpSpPr/>
          <p:nvPr userDrawn="1"/>
        </p:nvGrpSpPr>
        <p:grpSpPr>
          <a:xfrm>
            <a:off x="-122803" y="-102882"/>
            <a:ext cx="44106584" cy="33075071"/>
            <a:chOff x="-122803" y="-102882"/>
            <a:chExt cx="44106584" cy="33075071"/>
          </a:xfrm>
        </p:grpSpPr>
        <p:sp>
          <p:nvSpPr>
            <p:cNvPr id="64" name="Freeform 63"/>
            <p:cNvSpPr/>
            <p:nvPr userDrawn="1"/>
          </p:nvSpPr>
          <p:spPr>
            <a:xfrm>
              <a:off x="-51142" y="-84749"/>
              <a:ext cx="44034923" cy="3305693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Freeform 64"/>
            <p:cNvSpPr/>
            <p:nvPr userDrawn="1"/>
          </p:nvSpPr>
          <p:spPr>
            <a:xfrm flipH="1" flipV="1">
              <a:off x="-51143" y="-84749"/>
              <a:ext cx="44034921" cy="3303992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65"/>
            <p:cNvSpPr/>
            <p:nvPr userDrawn="1"/>
          </p:nvSpPr>
          <p:spPr>
            <a:xfrm>
              <a:off x="-122803" y="-102882"/>
              <a:ext cx="44106584" cy="33075071"/>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 Box 14"/>
            <p:cNvSpPr txBox="1">
              <a:spLocks noChangeArrowheads="1"/>
            </p:cNvSpPr>
            <p:nvPr userDrawn="1"/>
          </p:nvSpPr>
          <p:spPr bwMode="auto">
            <a:xfrm>
              <a:off x="1603881" y="32173892"/>
              <a:ext cx="2514600" cy="361442"/>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7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grpSp>
      <p:graphicFrame>
        <p:nvGraphicFramePr>
          <p:cNvPr id="42" name="Table 41">
            <a:extLst>
              <a:ext uri="{FF2B5EF4-FFF2-40B4-BE49-F238E27FC236}">
                <a16:creationId xmlns:a16="http://schemas.microsoft.com/office/drawing/2014/main" id="{7F520963-52F0-244C-B2F9-F8BB83527D05}"/>
              </a:ext>
            </a:extLst>
          </p:cNvPr>
          <p:cNvGraphicFramePr>
            <a:graphicFrameLocks noGrp="1"/>
          </p:cNvGraphicFramePr>
          <p:nvPr userDrawn="1">
            <p:extLst>
              <p:ext uri="{D42A27DB-BD31-4B8C-83A1-F6EECF244321}">
                <p14:modId xmlns:p14="http://schemas.microsoft.com/office/powerpoint/2010/main" val="2677946538"/>
              </p:ext>
            </p:extLst>
          </p:nvPr>
        </p:nvGraphicFramePr>
        <p:xfrm>
          <a:off x="-10611120" y="14098"/>
          <a:ext cx="9776869" cy="32679220"/>
        </p:xfrm>
        <a:graphic>
          <a:graphicData uri="http://schemas.openxmlformats.org/drawingml/2006/table">
            <a:tbl>
              <a:tblPr firstRow="1" bandRow="1">
                <a:tableStyleId>{5C22544A-7EE6-4342-B048-85BDC9FD1C3A}</a:tableStyleId>
              </a:tblPr>
              <a:tblGrid>
                <a:gridCol w="4192245">
                  <a:extLst>
                    <a:ext uri="{9D8B030D-6E8A-4147-A177-3AD203B41FA5}">
                      <a16:colId xmlns:a16="http://schemas.microsoft.com/office/drawing/2014/main" val="20000"/>
                    </a:ext>
                  </a:extLst>
                </a:gridCol>
                <a:gridCol w="5584624">
                  <a:extLst>
                    <a:ext uri="{9D8B030D-6E8A-4147-A177-3AD203B41FA5}">
                      <a16:colId xmlns:a16="http://schemas.microsoft.com/office/drawing/2014/main" val="20001"/>
                    </a:ext>
                  </a:extLst>
                </a:gridCol>
              </a:tblGrid>
              <a:tr h="132911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itchFamily="34" charset="0"/>
                        </a:rPr>
                        <a:t>(THIS SIDEBAR WILL NOT PRINT)</a:t>
                      </a:r>
                      <a:endParaRPr lang="en-US" sz="36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06624">
                <a:tc gridSpan="2">
                  <a:txBody>
                    <a:bodyPr/>
                    <a:lstStyle/>
                    <a:p>
                      <a:pPr defTabSz="3765639"/>
                      <a:r>
                        <a:rPr lang="en-US" sz="2000" i="0" dirty="0">
                          <a:solidFill>
                            <a:srgbClr val="D9D9D9"/>
                          </a:solidFill>
                          <a:latin typeface="Arial"/>
                          <a:cs typeface="Arial"/>
                        </a:rPr>
                        <a:t>This PowerPoint template produces a </a:t>
                      </a:r>
                      <a:r>
                        <a:rPr lang="en-US" sz="2000" i="0" dirty="0">
                          <a:solidFill>
                            <a:srgbClr val="FFC000"/>
                          </a:solidFill>
                          <a:latin typeface="Arial"/>
                          <a:cs typeface="Arial"/>
                        </a:rPr>
                        <a:t>36"x48" </a:t>
                      </a:r>
                      <a:r>
                        <a:rPr lang="en-US" sz="20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the  </a:t>
                      </a:r>
                      <a:r>
                        <a:rPr lang="en-US" sz="2000" i="0" dirty="0">
                          <a:solidFill>
                            <a:srgbClr val="FFC000"/>
                          </a:solidFill>
                          <a:latin typeface="Arial"/>
                          <a:cs typeface="Arial"/>
                        </a:rPr>
                        <a:t>HELP DESK</a:t>
                      </a:r>
                      <a:r>
                        <a:rPr lang="en-US" sz="2000" i="0" baseline="0" dirty="0">
                          <a:solidFill>
                            <a:srgbClr val="D9D9D9"/>
                          </a:solidFill>
                          <a:latin typeface="Arial"/>
                          <a:cs typeface="Arial"/>
                        </a:rPr>
                        <a:t> </a:t>
                      </a:r>
                      <a:r>
                        <a:rPr lang="en-US" sz="2000" i="0" dirty="0">
                          <a:solidFill>
                            <a:srgbClr val="D9D9D9"/>
                          </a:solidFill>
                          <a:latin typeface="Arial"/>
                          <a:cs typeface="Arial"/>
                        </a:rPr>
                        <a:t>tab.</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To print your poster using our same-day professional printing service,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a:t>
                      </a:r>
                      <a:r>
                        <a:rPr lang="en-US" sz="2000" i="0" dirty="0">
                          <a:solidFill>
                            <a:srgbClr val="FFC000"/>
                          </a:solidFill>
                          <a:latin typeface="Arial"/>
                          <a:cs typeface="Arial"/>
                        </a:rPr>
                        <a:t>Order your poster</a:t>
                      </a:r>
                      <a:r>
                        <a:rPr lang="en-US" sz="2000" i="0" dirty="0">
                          <a:solidFill>
                            <a:srgbClr val="D9D9D9"/>
                          </a:solidFill>
                          <a:latin typeface="Arial"/>
                          <a:cs typeface="Arial"/>
                        </a:rPr>
                        <a:t>".</a:t>
                      </a:r>
                      <a:endParaRPr lang="en-US" sz="20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572417">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604020202020204" pitchFamily="34" charset="0"/>
                          <a:cs typeface="Arial" panose="020B0604020202020204" pitchFamily="34" charset="0"/>
                        </a:rPr>
                        <a:t>This is a template for a </a:t>
                      </a:r>
                    </a:p>
                    <a:p>
                      <a:pPr algn="ctr"/>
                      <a:r>
                        <a:rPr lang="en-US" sz="2000" dirty="0">
                          <a:solidFill>
                            <a:schemeClr val="bg1"/>
                          </a:solidFill>
                          <a:latin typeface="Arial" panose="020B0604020202020204" pitchFamily="34" charset="0"/>
                          <a:cs typeface="Arial" panose="020B0604020202020204" pitchFamily="34" charset="0"/>
                        </a:rPr>
                        <a:t>presentation poster</a:t>
                      </a:r>
                      <a:br>
                        <a:rPr lang="en-US" sz="2000" dirty="0">
                          <a:solidFill>
                            <a:schemeClr val="bg1"/>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36 inches tall</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by</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48 inches wide</a:t>
                      </a:r>
                      <a:br>
                        <a:rPr lang="en-US" sz="2000" dirty="0">
                          <a:solidFill>
                            <a:schemeClr val="bg1"/>
                          </a:solidFill>
                          <a:latin typeface="Arial" panose="020B0604020202020204" pitchFamily="34" charset="0"/>
                          <a:cs typeface="Arial" panose="020B0604020202020204" pitchFamily="34" charset="0"/>
                        </a:rPr>
                      </a:br>
                      <a:endParaRPr lang="en-US" sz="20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Important: Check the template size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30 tall x 40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42 tall x 56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48 tall x 64 wide</a:t>
                      </a:r>
                    </a:p>
                  </a:txBody>
                  <a:tcPr marL="182880" marT="137160">
                    <a:solidFill>
                      <a:srgbClr val="010101"/>
                    </a:solidFill>
                  </a:tcPr>
                </a:tc>
                <a:extLst>
                  <a:ext uri="{0D108BD9-81ED-4DB2-BD59-A6C34878D82A}">
                    <a16:rowId xmlns:a16="http://schemas.microsoft.com/office/drawing/2014/main" val="10008"/>
                  </a:ext>
                </a:extLst>
              </a:tr>
              <a:tr h="4288692">
                <a:tc>
                  <a:txBody>
                    <a:bodyPr/>
                    <a:lstStyle/>
                    <a:p>
                      <a:endParaRPr lang="en-US" sz="2000" dirty="0">
                        <a:solidFill>
                          <a:srgbClr val="1F3A4E"/>
                        </a:solidFill>
                      </a:endParaRPr>
                    </a:p>
                  </a:txBody>
                  <a:tcPr>
                    <a:blipFill rotWithShape="1">
                      <a:blip r:embed="rId3"/>
                      <a:stretch>
                        <a:fillRect/>
                      </a:stretch>
                    </a:blipFill>
                  </a:tcPr>
                </a:tc>
                <a:tc>
                  <a:txBody>
                    <a:bodyPr/>
                    <a:lstStyle/>
                    <a:p>
                      <a:pPr algn="l"/>
                      <a:r>
                        <a:rPr lang="en-US" sz="2400" b="1" baseline="0" dirty="0">
                          <a:solidFill>
                            <a:srgbClr val="FFC000"/>
                          </a:solidFill>
                          <a:latin typeface="Arial" panose="020B0604020202020204" pitchFamily="34" charset="0"/>
                          <a:cs typeface="Arial" panose="020B0604020202020204" pitchFamily="34" charset="0"/>
                        </a:rPr>
                        <a:t>How to </a:t>
                      </a:r>
                      <a:r>
                        <a:rPr lang="en-US" sz="4000" b="1" baseline="0" dirty="0">
                          <a:solidFill>
                            <a:srgbClr val="FFC000"/>
                          </a:solidFill>
                          <a:latin typeface="Arial" panose="020B0604020202020204" pitchFamily="34" charset="0"/>
                          <a:cs typeface="Arial" panose="020B0604020202020204" pitchFamily="34" charset="0"/>
                        </a:rPr>
                        <a:t>Zoom in </a:t>
                      </a:r>
                      <a:r>
                        <a:rPr lang="en-US" sz="2400" b="1" baseline="0" dirty="0">
                          <a:solidFill>
                            <a:srgbClr val="FFC000"/>
                          </a:solidFill>
                          <a:latin typeface="Arial" panose="020B0604020202020204" pitchFamily="34" charset="0"/>
                          <a:cs typeface="Arial" panose="020B0604020202020204" pitchFamily="34" charset="0"/>
                        </a:rPr>
                        <a:t>and </a:t>
                      </a:r>
                      <a:r>
                        <a:rPr lang="en-US" sz="1800" b="1" baseline="0" dirty="0">
                          <a:solidFill>
                            <a:srgbClr val="FFC000"/>
                          </a:solidFill>
                          <a:latin typeface="Arial" panose="020B0604020202020204" pitchFamily="34" charset="0"/>
                          <a:cs typeface="Arial" panose="020B0604020202020204" pitchFamily="34" charset="0"/>
                        </a:rPr>
                        <a:t>out</a:t>
                      </a:r>
                      <a:endParaRPr lang="en-US" sz="2400" b="1" baseline="0" dirty="0">
                        <a:solidFill>
                          <a:srgbClr val="FFC000"/>
                        </a:solidFill>
                        <a:latin typeface="Arial" panose="020B0604020202020204" pitchFamily="34" charset="0"/>
                        <a:cs typeface="Arial" panose="020B0604020202020204" pitchFamily="34" charset="0"/>
                      </a:endParaRPr>
                    </a:p>
                    <a:p>
                      <a:pPr algn="l"/>
                      <a:r>
                        <a:rPr lang="en-US" sz="2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1. </a:t>
                      </a:r>
                      <a:r>
                        <a:rPr lang="en-US" sz="2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2. </a:t>
                      </a:r>
                      <a:r>
                        <a:rPr lang="en-US" sz="2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80052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Ruler and Guides</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824339">
                <a:tc>
                  <a:txBody>
                    <a:bodyPr/>
                    <a:lstStyle/>
                    <a:p>
                      <a:endParaRPr lang="en-US" sz="2000" dirty="0">
                        <a:solidFill>
                          <a:srgbClr val="1F3A4E"/>
                        </a:solidFill>
                      </a:endParaRPr>
                    </a:p>
                  </a:txBody>
                  <a:tcPr>
                    <a:blipFill rotWithShape="1">
                      <a:blip r:embed="rId4"/>
                      <a:stretch>
                        <a:fillRect/>
                      </a:stretch>
                    </a:blipFill>
                  </a:tcPr>
                </a:tc>
                <a:tc>
                  <a:txBody>
                    <a:bodyPr/>
                    <a:lstStyle/>
                    <a:p>
                      <a:pPr marL="0" lvl="1" indent="0" algn="l" defTabSz="114300"/>
                      <a:r>
                        <a:rPr lang="en-US" sz="2400" b="1" baseline="0" dirty="0">
                          <a:solidFill>
                            <a:srgbClr val="FFC000"/>
                          </a:solidFill>
                          <a:latin typeface="Arial" panose="020B0604020202020204" pitchFamily="34" charset="0"/>
                          <a:cs typeface="Arial" panose="020B0604020202020204" pitchFamily="34" charset="0"/>
                        </a:rPr>
                        <a:t>Headers and text containers</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519135">
                <a:tc gridSpan="2">
                  <a:txBody>
                    <a:bodyPr/>
                    <a:lstStyle/>
                    <a:p>
                      <a:r>
                        <a:rPr lang="en-US" sz="2400" b="1" dirty="0">
                          <a:solidFill>
                            <a:srgbClr val="FFC000"/>
                          </a:solidFill>
                          <a:latin typeface="Arial" panose="020B0604020202020204" pitchFamily="34" charset="0"/>
                          <a:cs typeface="Arial" panose="020B0604020202020204" pitchFamily="34" charset="0"/>
                        </a:rPr>
                        <a:t>Adding content to the poster</a:t>
                      </a:r>
                    </a:p>
                    <a:p>
                      <a:r>
                        <a:rPr lang="en-US" sz="2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37765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93170">
                <a:tc gridSpan="2">
                  <a:txBody>
                    <a:bodyPr/>
                    <a:lstStyle/>
                    <a:p>
                      <a:endParaRPr lang="en-US" sz="20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28027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0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18727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9" name="Table 8">
            <a:extLst>
              <a:ext uri="{FF2B5EF4-FFF2-40B4-BE49-F238E27FC236}">
                <a16:creationId xmlns:a16="http://schemas.microsoft.com/office/drawing/2014/main" id="{1DC8CE15-5DBB-194A-B2D5-DDFD80C156A0}"/>
              </a:ext>
            </a:extLst>
          </p:cNvPr>
          <p:cNvGraphicFramePr>
            <a:graphicFrameLocks noGrp="1"/>
          </p:cNvGraphicFramePr>
          <p:nvPr userDrawn="1">
            <p:extLst>
              <p:ext uri="{D42A27DB-BD31-4B8C-83A1-F6EECF244321}">
                <p14:modId xmlns:p14="http://schemas.microsoft.com/office/powerpoint/2010/main" val="1918879497"/>
              </p:ext>
            </p:extLst>
          </p:nvPr>
        </p:nvGraphicFramePr>
        <p:xfrm>
          <a:off x="44695229" y="-84749"/>
          <a:ext cx="9430188" cy="33075070"/>
        </p:xfrm>
        <a:graphic>
          <a:graphicData uri="http://schemas.openxmlformats.org/drawingml/2006/table">
            <a:tbl>
              <a:tblPr firstRow="1" bandRow="1">
                <a:tableStyleId>{5C22544A-7EE6-4342-B048-85BDC9FD1C3A}</a:tableStyleId>
              </a:tblPr>
              <a:tblGrid>
                <a:gridCol w="3343835">
                  <a:extLst>
                    <a:ext uri="{9D8B030D-6E8A-4147-A177-3AD203B41FA5}">
                      <a16:colId xmlns:a16="http://schemas.microsoft.com/office/drawing/2014/main" val="20000"/>
                    </a:ext>
                  </a:extLst>
                </a:gridCol>
                <a:gridCol w="1381559">
                  <a:extLst>
                    <a:ext uri="{9D8B030D-6E8A-4147-A177-3AD203B41FA5}">
                      <a16:colId xmlns:a16="http://schemas.microsoft.com/office/drawing/2014/main" val="997673227"/>
                    </a:ext>
                  </a:extLst>
                </a:gridCol>
                <a:gridCol w="4704794">
                  <a:extLst>
                    <a:ext uri="{9D8B030D-6E8A-4147-A177-3AD203B41FA5}">
                      <a16:colId xmlns:a16="http://schemas.microsoft.com/office/drawing/2014/main" val="4164475170"/>
                    </a:ext>
                  </a:extLst>
                </a:gridCol>
              </a:tblGrid>
              <a:tr h="1756432">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63101">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endParaRPr lang="en-US"/>
                    </a:p>
                  </a:txBody>
                  <a:tcPr/>
                </a:tc>
                <a:extLst>
                  <a:ext uri="{0D108BD9-81ED-4DB2-BD59-A6C34878D82A}">
                    <a16:rowId xmlns:a16="http://schemas.microsoft.com/office/drawing/2014/main" val="10001"/>
                  </a:ext>
                </a:extLst>
              </a:tr>
              <a:tr h="3667719">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u="sng" dirty="0">
                        <a:solidFill>
                          <a:srgbClr val="FFC000"/>
                        </a:solidFill>
                      </a:endParaRP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517707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288832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3781426">
                <a:tc gridSpan="2">
                  <a:txBody>
                    <a:bodyPr/>
                    <a:lstStyle/>
                    <a:p>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hMerge="1">
                  <a:txBody>
                    <a:bodyPr/>
                    <a:lstStyle/>
                    <a:p>
                      <a:endParaRPr lang="en-US"/>
                    </a:p>
                  </a:txBody>
                  <a:tcPr/>
                </a:tc>
                <a:tc>
                  <a:txBody>
                    <a:bodyPr/>
                    <a:lstStyle/>
                    <a:p>
                      <a:pPr algn="ctr"/>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67400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354778">
                <a:tc gridSpan="3">
                  <a:txBody>
                    <a:bodyPr/>
                    <a:lstStyle/>
                    <a:p>
                      <a:endParaRPr lang="en-US" sz="2400" dirty="0">
                        <a:solidFill>
                          <a:srgbClr val="1F3A4E"/>
                        </a:solidFill>
                      </a:endParaRPr>
                    </a:p>
                  </a:txBody>
                  <a:tcPr marL="182880" marT="137160">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3212204">
                <a:tc>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92">
          <p15:clr>
            <a:srgbClr val="F26B43"/>
          </p15:clr>
        </p15:guide>
        <p15:guide id="2" pos="7104">
          <p15:clr>
            <a:srgbClr val="F26B43"/>
          </p15:clr>
        </p15:guide>
        <p15:guide id="3" pos="13824">
          <p15:clr>
            <a:srgbClr val="F26B43"/>
          </p15:clr>
        </p15:guide>
        <p15:guide id="4" pos="2054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8" name="Text Box 14"/>
          <p:cNvSpPr txBox="1">
            <a:spLocks noChangeArrowheads="1"/>
          </p:cNvSpPr>
          <p:nvPr userDrawn="1"/>
        </p:nvSpPr>
        <p:spPr bwMode="auto">
          <a:xfrm>
            <a:off x="1603881" y="32173892"/>
            <a:ext cx="2514600" cy="361442"/>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7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grpSp>
        <p:nvGrpSpPr>
          <p:cNvPr id="8" name="Group 7">
            <a:extLst>
              <a:ext uri="{FF2B5EF4-FFF2-40B4-BE49-F238E27FC236}">
                <a16:creationId xmlns:a16="http://schemas.microsoft.com/office/drawing/2014/main" id="{CEE74BCF-85C0-C44E-BC9F-BF5853A23661}"/>
              </a:ext>
            </a:extLst>
          </p:cNvPr>
          <p:cNvGrpSpPr/>
          <p:nvPr userDrawn="1"/>
        </p:nvGrpSpPr>
        <p:grpSpPr>
          <a:xfrm>
            <a:off x="-130628" y="-102882"/>
            <a:ext cx="44021828" cy="33075071"/>
            <a:chOff x="-122803" y="-102882"/>
            <a:chExt cx="44106584" cy="33075071"/>
          </a:xfrm>
        </p:grpSpPr>
        <p:sp>
          <p:nvSpPr>
            <p:cNvPr id="9" name="Freeform 8">
              <a:extLst>
                <a:ext uri="{FF2B5EF4-FFF2-40B4-BE49-F238E27FC236}">
                  <a16:creationId xmlns:a16="http://schemas.microsoft.com/office/drawing/2014/main" id="{B9EC9CCD-D686-594F-89ED-BF958BDBF6D9}"/>
                </a:ext>
              </a:extLst>
            </p:cNvPr>
            <p:cNvSpPr/>
            <p:nvPr userDrawn="1"/>
          </p:nvSpPr>
          <p:spPr>
            <a:xfrm>
              <a:off x="-51142" y="-84749"/>
              <a:ext cx="44034923" cy="3305693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9">
              <a:extLst>
                <a:ext uri="{FF2B5EF4-FFF2-40B4-BE49-F238E27FC236}">
                  <a16:creationId xmlns:a16="http://schemas.microsoft.com/office/drawing/2014/main" id="{327511B5-5516-C949-9773-D1999BE5745F}"/>
                </a:ext>
              </a:extLst>
            </p:cNvPr>
            <p:cNvSpPr/>
            <p:nvPr userDrawn="1"/>
          </p:nvSpPr>
          <p:spPr>
            <a:xfrm flipH="1" flipV="1">
              <a:off x="-51143" y="-84749"/>
              <a:ext cx="44034921" cy="3303992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a:extLst>
                <a:ext uri="{FF2B5EF4-FFF2-40B4-BE49-F238E27FC236}">
                  <a16:creationId xmlns:a16="http://schemas.microsoft.com/office/drawing/2014/main" id="{10911C03-1102-2A4C-BE1F-B61AA03CC93A}"/>
                </a:ext>
              </a:extLst>
            </p:cNvPr>
            <p:cNvSpPr/>
            <p:nvPr userDrawn="1"/>
          </p:nvSpPr>
          <p:spPr>
            <a:xfrm>
              <a:off x="-122803" y="-102882"/>
              <a:ext cx="44106584" cy="33075071"/>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Box 14">
              <a:extLst>
                <a:ext uri="{FF2B5EF4-FFF2-40B4-BE49-F238E27FC236}">
                  <a16:creationId xmlns:a16="http://schemas.microsoft.com/office/drawing/2014/main" id="{479AC5AE-5D7A-4047-8B42-117A31AEF12E}"/>
                </a:ext>
              </a:extLst>
            </p:cNvPr>
            <p:cNvSpPr txBox="1">
              <a:spLocks noChangeArrowheads="1"/>
            </p:cNvSpPr>
            <p:nvPr userDrawn="1"/>
          </p:nvSpPr>
          <p:spPr bwMode="auto">
            <a:xfrm>
              <a:off x="1603881" y="32173892"/>
              <a:ext cx="2514600" cy="361442"/>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7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grpSp>
    </p:spTree>
    <p:extLst>
      <p:ext uri="{BB962C8B-B14F-4D97-AF65-F5344CB8AC3E}">
        <p14:creationId xmlns:p14="http://schemas.microsoft.com/office/powerpoint/2010/main" val="1948557014"/>
      </p:ext>
    </p:extLst>
  </p:cSld>
  <p:clrMap bg1="lt1" tx1="dk1" bg2="lt2" tx2="dk2" accent1="accent1" accent2="accent2" accent3="accent3" accent4="accent4" accent5="accent5" accent6="accent6" hlink="hlink" folHlink="folHlink"/>
  <p:sldLayoutIdLst>
    <p:sldLayoutId id="2147483660"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92">
          <p15:clr>
            <a:srgbClr val="F26B43"/>
          </p15:clr>
        </p15:guide>
        <p15:guide id="2" pos="7104">
          <p15:clr>
            <a:srgbClr val="F26B43"/>
          </p15:clr>
        </p15:guide>
        <p15:guide id="3" pos="13824">
          <p15:clr>
            <a:srgbClr val="F26B43"/>
          </p15:clr>
        </p15:guide>
        <p15:guide id="4" pos="2054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38" name="Straight Connector 37"/>
          <p:cNvCxnSpPr/>
          <p:nvPr/>
        </p:nvCxnSpPr>
        <p:spPr>
          <a:xfrm flipV="1">
            <a:off x="-13946601" y="11526118"/>
            <a:ext cx="13577436" cy="818"/>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67" name="Text Box 14"/>
          <p:cNvSpPr txBox="1">
            <a:spLocks noChangeArrowheads="1"/>
          </p:cNvSpPr>
          <p:nvPr userDrawn="1"/>
        </p:nvSpPr>
        <p:spPr bwMode="auto">
          <a:xfrm>
            <a:off x="1603881" y="32173892"/>
            <a:ext cx="2514600" cy="361442"/>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7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graphicFrame>
        <p:nvGraphicFramePr>
          <p:cNvPr id="39" name="Table 38">
            <a:extLst>
              <a:ext uri="{FF2B5EF4-FFF2-40B4-BE49-F238E27FC236}">
                <a16:creationId xmlns:a16="http://schemas.microsoft.com/office/drawing/2014/main" id="{7BDBD169-B85A-6F47-B2E9-AD5D7DF18A71}"/>
              </a:ext>
            </a:extLst>
          </p:cNvPr>
          <p:cNvGraphicFramePr>
            <a:graphicFrameLocks noGrp="1"/>
          </p:cNvGraphicFramePr>
          <p:nvPr userDrawn="1">
            <p:extLst>
              <p:ext uri="{D42A27DB-BD31-4B8C-83A1-F6EECF244321}">
                <p14:modId xmlns:p14="http://schemas.microsoft.com/office/powerpoint/2010/main" val="2677946538"/>
              </p:ext>
            </p:extLst>
          </p:nvPr>
        </p:nvGraphicFramePr>
        <p:xfrm>
          <a:off x="-10611120" y="14098"/>
          <a:ext cx="9776869" cy="32679220"/>
        </p:xfrm>
        <a:graphic>
          <a:graphicData uri="http://schemas.openxmlformats.org/drawingml/2006/table">
            <a:tbl>
              <a:tblPr firstRow="1" bandRow="1">
                <a:tableStyleId>{5C22544A-7EE6-4342-B048-85BDC9FD1C3A}</a:tableStyleId>
              </a:tblPr>
              <a:tblGrid>
                <a:gridCol w="4192245">
                  <a:extLst>
                    <a:ext uri="{9D8B030D-6E8A-4147-A177-3AD203B41FA5}">
                      <a16:colId xmlns:a16="http://schemas.microsoft.com/office/drawing/2014/main" val="20000"/>
                    </a:ext>
                  </a:extLst>
                </a:gridCol>
                <a:gridCol w="5584624">
                  <a:extLst>
                    <a:ext uri="{9D8B030D-6E8A-4147-A177-3AD203B41FA5}">
                      <a16:colId xmlns:a16="http://schemas.microsoft.com/office/drawing/2014/main" val="20001"/>
                    </a:ext>
                  </a:extLst>
                </a:gridCol>
              </a:tblGrid>
              <a:tr h="132911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itchFamily="34" charset="0"/>
                        </a:rPr>
                        <a:t>(THIS SIDEBAR WILL NOT PRINT)</a:t>
                      </a:r>
                      <a:endParaRPr lang="en-US" sz="36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06624">
                <a:tc gridSpan="2">
                  <a:txBody>
                    <a:bodyPr/>
                    <a:lstStyle/>
                    <a:p>
                      <a:pPr defTabSz="3765639"/>
                      <a:r>
                        <a:rPr lang="en-US" sz="2000" i="0" dirty="0">
                          <a:solidFill>
                            <a:srgbClr val="D9D9D9"/>
                          </a:solidFill>
                          <a:latin typeface="Arial"/>
                          <a:cs typeface="Arial"/>
                        </a:rPr>
                        <a:t>This PowerPoint template produces a </a:t>
                      </a:r>
                      <a:r>
                        <a:rPr lang="en-US" sz="2000" i="0" dirty="0">
                          <a:solidFill>
                            <a:srgbClr val="FFC000"/>
                          </a:solidFill>
                          <a:latin typeface="Arial"/>
                          <a:cs typeface="Arial"/>
                        </a:rPr>
                        <a:t>36"x48" </a:t>
                      </a:r>
                      <a:r>
                        <a:rPr lang="en-US" sz="20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the  </a:t>
                      </a:r>
                      <a:r>
                        <a:rPr lang="en-US" sz="2000" i="0" dirty="0">
                          <a:solidFill>
                            <a:srgbClr val="FFC000"/>
                          </a:solidFill>
                          <a:latin typeface="Arial"/>
                          <a:cs typeface="Arial"/>
                        </a:rPr>
                        <a:t>HELP DESK</a:t>
                      </a:r>
                      <a:r>
                        <a:rPr lang="en-US" sz="2000" i="0" baseline="0" dirty="0">
                          <a:solidFill>
                            <a:srgbClr val="D9D9D9"/>
                          </a:solidFill>
                          <a:latin typeface="Arial"/>
                          <a:cs typeface="Arial"/>
                        </a:rPr>
                        <a:t> </a:t>
                      </a:r>
                      <a:r>
                        <a:rPr lang="en-US" sz="2000" i="0" dirty="0">
                          <a:solidFill>
                            <a:srgbClr val="D9D9D9"/>
                          </a:solidFill>
                          <a:latin typeface="Arial"/>
                          <a:cs typeface="Arial"/>
                        </a:rPr>
                        <a:t>tab.</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To print your poster using our same-day professional printing service,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a:t>
                      </a:r>
                      <a:r>
                        <a:rPr lang="en-US" sz="2000" i="0" dirty="0">
                          <a:solidFill>
                            <a:srgbClr val="FFC000"/>
                          </a:solidFill>
                          <a:latin typeface="Arial"/>
                          <a:cs typeface="Arial"/>
                        </a:rPr>
                        <a:t>Order your poster</a:t>
                      </a:r>
                      <a:r>
                        <a:rPr lang="en-US" sz="2000" i="0" dirty="0">
                          <a:solidFill>
                            <a:srgbClr val="D9D9D9"/>
                          </a:solidFill>
                          <a:latin typeface="Arial"/>
                          <a:cs typeface="Arial"/>
                        </a:rPr>
                        <a:t>".</a:t>
                      </a:r>
                      <a:endParaRPr lang="en-US" sz="20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572417">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604020202020204" pitchFamily="34" charset="0"/>
                          <a:cs typeface="Arial" panose="020B0604020202020204" pitchFamily="34" charset="0"/>
                        </a:rPr>
                        <a:t>This is a template for a </a:t>
                      </a:r>
                    </a:p>
                    <a:p>
                      <a:pPr algn="ctr"/>
                      <a:r>
                        <a:rPr lang="en-US" sz="2000" dirty="0">
                          <a:solidFill>
                            <a:schemeClr val="bg1"/>
                          </a:solidFill>
                          <a:latin typeface="Arial" panose="020B0604020202020204" pitchFamily="34" charset="0"/>
                          <a:cs typeface="Arial" panose="020B0604020202020204" pitchFamily="34" charset="0"/>
                        </a:rPr>
                        <a:t>presentation poster</a:t>
                      </a:r>
                      <a:br>
                        <a:rPr lang="en-US" sz="2000" dirty="0">
                          <a:solidFill>
                            <a:schemeClr val="bg1"/>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36 inches tall</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by</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48 inches wide</a:t>
                      </a:r>
                      <a:br>
                        <a:rPr lang="en-US" sz="2000" dirty="0">
                          <a:solidFill>
                            <a:schemeClr val="bg1"/>
                          </a:solidFill>
                          <a:latin typeface="Arial" panose="020B0604020202020204" pitchFamily="34" charset="0"/>
                          <a:cs typeface="Arial" panose="020B0604020202020204" pitchFamily="34" charset="0"/>
                        </a:rPr>
                      </a:br>
                      <a:endParaRPr lang="en-US" sz="20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Important: Check the template size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30 tall x 40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42 tall x 56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48 tall x 64 wide</a:t>
                      </a:r>
                    </a:p>
                  </a:txBody>
                  <a:tcPr marL="182880" marT="137160">
                    <a:solidFill>
                      <a:srgbClr val="010101"/>
                    </a:solidFill>
                  </a:tcPr>
                </a:tc>
                <a:extLst>
                  <a:ext uri="{0D108BD9-81ED-4DB2-BD59-A6C34878D82A}">
                    <a16:rowId xmlns:a16="http://schemas.microsoft.com/office/drawing/2014/main" val="10008"/>
                  </a:ext>
                </a:extLst>
              </a:tr>
              <a:tr h="4288692">
                <a:tc>
                  <a:txBody>
                    <a:bodyPr/>
                    <a:lstStyle/>
                    <a:p>
                      <a:endParaRPr lang="en-US" sz="2000" dirty="0">
                        <a:solidFill>
                          <a:srgbClr val="1F3A4E"/>
                        </a:solidFill>
                      </a:endParaRPr>
                    </a:p>
                  </a:txBody>
                  <a:tcPr>
                    <a:blipFill rotWithShape="1">
                      <a:blip r:embed="rId3"/>
                      <a:stretch>
                        <a:fillRect/>
                      </a:stretch>
                    </a:blipFill>
                  </a:tcPr>
                </a:tc>
                <a:tc>
                  <a:txBody>
                    <a:bodyPr/>
                    <a:lstStyle/>
                    <a:p>
                      <a:pPr algn="l"/>
                      <a:r>
                        <a:rPr lang="en-US" sz="2400" b="1" baseline="0" dirty="0">
                          <a:solidFill>
                            <a:srgbClr val="FFC000"/>
                          </a:solidFill>
                          <a:latin typeface="Arial" panose="020B0604020202020204" pitchFamily="34" charset="0"/>
                          <a:cs typeface="Arial" panose="020B0604020202020204" pitchFamily="34" charset="0"/>
                        </a:rPr>
                        <a:t>How to </a:t>
                      </a:r>
                      <a:r>
                        <a:rPr lang="en-US" sz="4000" b="1" baseline="0" dirty="0">
                          <a:solidFill>
                            <a:srgbClr val="FFC000"/>
                          </a:solidFill>
                          <a:latin typeface="Arial" panose="020B0604020202020204" pitchFamily="34" charset="0"/>
                          <a:cs typeface="Arial" panose="020B0604020202020204" pitchFamily="34" charset="0"/>
                        </a:rPr>
                        <a:t>Zoom in </a:t>
                      </a:r>
                      <a:r>
                        <a:rPr lang="en-US" sz="2400" b="1" baseline="0" dirty="0">
                          <a:solidFill>
                            <a:srgbClr val="FFC000"/>
                          </a:solidFill>
                          <a:latin typeface="Arial" panose="020B0604020202020204" pitchFamily="34" charset="0"/>
                          <a:cs typeface="Arial" panose="020B0604020202020204" pitchFamily="34" charset="0"/>
                        </a:rPr>
                        <a:t>and </a:t>
                      </a:r>
                      <a:r>
                        <a:rPr lang="en-US" sz="1800" b="1" baseline="0" dirty="0">
                          <a:solidFill>
                            <a:srgbClr val="FFC000"/>
                          </a:solidFill>
                          <a:latin typeface="Arial" panose="020B0604020202020204" pitchFamily="34" charset="0"/>
                          <a:cs typeface="Arial" panose="020B0604020202020204" pitchFamily="34" charset="0"/>
                        </a:rPr>
                        <a:t>out</a:t>
                      </a:r>
                      <a:endParaRPr lang="en-US" sz="2400" b="1" baseline="0" dirty="0">
                        <a:solidFill>
                          <a:srgbClr val="FFC000"/>
                        </a:solidFill>
                        <a:latin typeface="Arial" panose="020B0604020202020204" pitchFamily="34" charset="0"/>
                        <a:cs typeface="Arial" panose="020B0604020202020204" pitchFamily="34" charset="0"/>
                      </a:endParaRPr>
                    </a:p>
                    <a:p>
                      <a:pPr algn="l"/>
                      <a:r>
                        <a:rPr lang="en-US" sz="2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1. </a:t>
                      </a:r>
                      <a:r>
                        <a:rPr lang="en-US" sz="2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2. </a:t>
                      </a:r>
                      <a:r>
                        <a:rPr lang="en-US" sz="2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80052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Ruler and Guides</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824339">
                <a:tc>
                  <a:txBody>
                    <a:bodyPr/>
                    <a:lstStyle/>
                    <a:p>
                      <a:endParaRPr lang="en-US" sz="2000" dirty="0">
                        <a:solidFill>
                          <a:srgbClr val="1F3A4E"/>
                        </a:solidFill>
                      </a:endParaRPr>
                    </a:p>
                  </a:txBody>
                  <a:tcPr>
                    <a:blipFill rotWithShape="1">
                      <a:blip r:embed="rId4"/>
                      <a:stretch>
                        <a:fillRect/>
                      </a:stretch>
                    </a:blipFill>
                  </a:tcPr>
                </a:tc>
                <a:tc>
                  <a:txBody>
                    <a:bodyPr/>
                    <a:lstStyle/>
                    <a:p>
                      <a:pPr marL="0" lvl="1" indent="0" algn="l" defTabSz="114300"/>
                      <a:r>
                        <a:rPr lang="en-US" sz="2400" b="1" baseline="0" dirty="0">
                          <a:solidFill>
                            <a:srgbClr val="FFC000"/>
                          </a:solidFill>
                          <a:latin typeface="Arial" panose="020B0604020202020204" pitchFamily="34" charset="0"/>
                          <a:cs typeface="Arial" panose="020B0604020202020204" pitchFamily="34" charset="0"/>
                        </a:rPr>
                        <a:t>Headers and text containers</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519135">
                <a:tc gridSpan="2">
                  <a:txBody>
                    <a:bodyPr/>
                    <a:lstStyle/>
                    <a:p>
                      <a:r>
                        <a:rPr lang="en-US" sz="2400" b="1" dirty="0">
                          <a:solidFill>
                            <a:srgbClr val="FFC000"/>
                          </a:solidFill>
                          <a:latin typeface="Arial" panose="020B0604020202020204" pitchFamily="34" charset="0"/>
                          <a:cs typeface="Arial" panose="020B0604020202020204" pitchFamily="34" charset="0"/>
                        </a:rPr>
                        <a:t>Adding content to the poster</a:t>
                      </a:r>
                    </a:p>
                    <a:p>
                      <a:r>
                        <a:rPr lang="en-US" sz="2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37765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93170">
                <a:tc gridSpan="2">
                  <a:txBody>
                    <a:bodyPr/>
                    <a:lstStyle/>
                    <a:p>
                      <a:endParaRPr lang="en-US" sz="20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28027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0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18727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pSp>
        <p:nvGrpSpPr>
          <p:cNvPr id="11" name="Group 10">
            <a:extLst>
              <a:ext uri="{FF2B5EF4-FFF2-40B4-BE49-F238E27FC236}">
                <a16:creationId xmlns:a16="http://schemas.microsoft.com/office/drawing/2014/main" id="{D9F6BCED-5055-E44A-993C-83D6B18A42D5}"/>
              </a:ext>
            </a:extLst>
          </p:cNvPr>
          <p:cNvGrpSpPr/>
          <p:nvPr userDrawn="1"/>
        </p:nvGrpSpPr>
        <p:grpSpPr>
          <a:xfrm>
            <a:off x="-122803" y="-102882"/>
            <a:ext cx="44106584" cy="33075071"/>
            <a:chOff x="-122803" y="-102882"/>
            <a:chExt cx="44106584" cy="33075071"/>
          </a:xfrm>
        </p:grpSpPr>
        <p:sp>
          <p:nvSpPr>
            <p:cNvPr id="12" name="Freeform 11">
              <a:extLst>
                <a:ext uri="{FF2B5EF4-FFF2-40B4-BE49-F238E27FC236}">
                  <a16:creationId xmlns:a16="http://schemas.microsoft.com/office/drawing/2014/main" id="{F5169494-8456-4146-AB15-073A2619F444}"/>
                </a:ext>
              </a:extLst>
            </p:cNvPr>
            <p:cNvSpPr/>
            <p:nvPr userDrawn="1"/>
          </p:nvSpPr>
          <p:spPr>
            <a:xfrm>
              <a:off x="-51142" y="-84749"/>
              <a:ext cx="44034923" cy="3305693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12">
              <a:extLst>
                <a:ext uri="{FF2B5EF4-FFF2-40B4-BE49-F238E27FC236}">
                  <a16:creationId xmlns:a16="http://schemas.microsoft.com/office/drawing/2014/main" id="{E1601305-5A18-5246-8D69-AD6BA2EE3D97}"/>
                </a:ext>
              </a:extLst>
            </p:cNvPr>
            <p:cNvSpPr/>
            <p:nvPr userDrawn="1"/>
          </p:nvSpPr>
          <p:spPr>
            <a:xfrm flipH="1" flipV="1">
              <a:off x="-51143" y="-84749"/>
              <a:ext cx="44034921" cy="3303992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BF3D999D-55E6-4347-9739-20AD80A104E9}"/>
                </a:ext>
              </a:extLst>
            </p:cNvPr>
            <p:cNvSpPr/>
            <p:nvPr userDrawn="1"/>
          </p:nvSpPr>
          <p:spPr>
            <a:xfrm>
              <a:off x="-122803" y="-102882"/>
              <a:ext cx="44106584" cy="33075071"/>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Box 14">
              <a:extLst>
                <a:ext uri="{FF2B5EF4-FFF2-40B4-BE49-F238E27FC236}">
                  <a16:creationId xmlns:a16="http://schemas.microsoft.com/office/drawing/2014/main" id="{806BCFE9-545D-174F-9745-8DDA97FFEDEB}"/>
                </a:ext>
              </a:extLst>
            </p:cNvPr>
            <p:cNvSpPr txBox="1">
              <a:spLocks noChangeArrowheads="1"/>
            </p:cNvSpPr>
            <p:nvPr userDrawn="1"/>
          </p:nvSpPr>
          <p:spPr bwMode="auto">
            <a:xfrm>
              <a:off x="1603881" y="32173892"/>
              <a:ext cx="2514600" cy="361442"/>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7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grpSp>
      <p:graphicFrame>
        <p:nvGraphicFramePr>
          <p:cNvPr id="16" name="Table 15">
            <a:extLst>
              <a:ext uri="{FF2B5EF4-FFF2-40B4-BE49-F238E27FC236}">
                <a16:creationId xmlns:a16="http://schemas.microsoft.com/office/drawing/2014/main" id="{00A80AFC-184B-2544-A422-03033C266DB7}"/>
              </a:ext>
            </a:extLst>
          </p:cNvPr>
          <p:cNvGraphicFramePr>
            <a:graphicFrameLocks noGrp="1"/>
          </p:cNvGraphicFramePr>
          <p:nvPr userDrawn="1">
            <p:extLst>
              <p:ext uri="{D42A27DB-BD31-4B8C-83A1-F6EECF244321}">
                <p14:modId xmlns:p14="http://schemas.microsoft.com/office/powerpoint/2010/main" val="939659221"/>
              </p:ext>
            </p:extLst>
          </p:nvPr>
        </p:nvGraphicFramePr>
        <p:xfrm>
          <a:off x="44695229" y="-84749"/>
          <a:ext cx="9430188" cy="33075070"/>
        </p:xfrm>
        <a:graphic>
          <a:graphicData uri="http://schemas.openxmlformats.org/drawingml/2006/table">
            <a:tbl>
              <a:tblPr firstRow="1" bandRow="1">
                <a:tableStyleId>{5C22544A-7EE6-4342-B048-85BDC9FD1C3A}</a:tableStyleId>
              </a:tblPr>
              <a:tblGrid>
                <a:gridCol w="3343835">
                  <a:extLst>
                    <a:ext uri="{9D8B030D-6E8A-4147-A177-3AD203B41FA5}">
                      <a16:colId xmlns:a16="http://schemas.microsoft.com/office/drawing/2014/main" val="20000"/>
                    </a:ext>
                  </a:extLst>
                </a:gridCol>
                <a:gridCol w="1381559">
                  <a:extLst>
                    <a:ext uri="{9D8B030D-6E8A-4147-A177-3AD203B41FA5}">
                      <a16:colId xmlns:a16="http://schemas.microsoft.com/office/drawing/2014/main" val="997673227"/>
                    </a:ext>
                  </a:extLst>
                </a:gridCol>
                <a:gridCol w="4704794">
                  <a:extLst>
                    <a:ext uri="{9D8B030D-6E8A-4147-A177-3AD203B41FA5}">
                      <a16:colId xmlns:a16="http://schemas.microsoft.com/office/drawing/2014/main" val="4164475170"/>
                    </a:ext>
                  </a:extLst>
                </a:gridCol>
              </a:tblGrid>
              <a:tr h="1756432">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63101">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endParaRPr lang="en-US"/>
                    </a:p>
                  </a:txBody>
                  <a:tcPr/>
                </a:tc>
                <a:extLst>
                  <a:ext uri="{0D108BD9-81ED-4DB2-BD59-A6C34878D82A}">
                    <a16:rowId xmlns:a16="http://schemas.microsoft.com/office/drawing/2014/main" val="10001"/>
                  </a:ext>
                </a:extLst>
              </a:tr>
              <a:tr h="3667719">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u="sng" dirty="0">
                        <a:solidFill>
                          <a:srgbClr val="FFC000"/>
                        </a:solidFill>
                      </a:endParaRP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517707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288832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3781426">
                <a:tc gridSpan="2">
                  <a:txBody>
                    <a:bodyPr/>
                    <a:lstStyle/>
                    <a:p>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hMerge="1">
                  <a:txBody>
                    <a:bodyPr/>
                    <a:lstStyle/>
                    <a:p>
                      <a:endParaRPr lang="en-US"/>
                    </a:p>
                  </a:txBody>
                  <a:tcPr/>
                </a:tc>
                <a:tc>
                  <a:txBody>
                    <a:bodyPr/>
                    <a:lstStyle/>
                    <a:p>
                      <a:pPr algn="ctr"/>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67400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354778">
                <a:tc gridSpan="3">
                  <a:txBody>
                    <a:bodyPr/>
                    <a:lstStyle/>
                    <a:p>
                      <a:endParaRPr lang="en-US" sz="2400" dirty="0">
                        <a:solidFill>
                          <a:srgbClr val="1F3A4E"/>
                        </a:solidFill>
                      </a:endParaRPr>
                    </a:p>
                  </a:txBody>
                  <a:tcPr marL="182880" marT="137160">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3212204">
                <a:tc>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8"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904" userDrawn="1">
          <p15:clr>
            <a:srgbClr val="F26B43"/>
          </p15:clr>
        </p15:guide>
        <p15:guide id="3" pos="9360" userDrawn="1">
          <p15:clr>
            <a:srgbClr val="F26B43"/>
          </p15:clr>
        </p15:guide>
        <p15:guide id="4" pos="1828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5" name="Text Box 14"/>
          <p:cNvSpPr txBox="1">
            <a:spLocks noChangeArrowheads="1"/>
          </p:cNvSpPr>
          <p:nvPr userDrawn="1"/>
        </p:nvSpPr>
        <p:spPr bwMode="auto">
          <a:xfrm>
            <a:off x="1603881" y="32173892"/>
            <a:ext cx="2514600" cy="361442"/>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7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graphicFrame>
        <p:nvGraphicFramePr>
          <p:cNvPr id="37" name="Table 36">
            <a:extLst>
              <a:ext uri="{FF2B5EF4-FFF2-40B4-BE49-F238E27FC236}">
                <a16:creationId xmlns:a16="http://schemas.microsoft.com/office/drawing/2014/main" id="{C89F966C-58DC-AF4F-B646-B007BC05CD9E}"/>
              </a:ext>
            </a:extLst>
          </p:cNvPr>
          <p:cNvGraphicFramePr>
            <a:graphicFrameLocks noGrp="1"/>
          </p:cNvGraphicFramePr>
          <p:nvPr userDrawn="1">
            <p:extLst>
              <p:ext uri="{D42A27DB-BD31-4B8C-83A1-F6EECF244321}">
                <p14:modId xmlns:p14="http://schemas.microsoft.com/office/powerpoint/2010/main" val="2677946538"/>
              </p:ext>
            </p:extLst>
          </p:nvPr>
        </p:nvGraphicFramePr>
        <p:xfrm>
          <a:off x="-10611120" y="14098"/>
          <a:ext cx="9776869" cy="32679220"/>
        </p:xfrm>
        <a:graphic>
          <a:graphicData uri="http://schemas.openxmlformats.org/drawingml/2006/table">
            <a:tbl>
              <a:tblPr firstRow="1" bandRow="1">
                <a:tableStyleId>{5C22544A-7EE6-4342-B048-85BDC9FD1C3A}</a:tableStyleId>
              </a:tblPr>
              <a:tblGrid>
                <a:gridCol w="4192245">
                  <a:extLst>
                    <a:ext uri="{9D8B030D-6E8A-4147-A177-3AD203B41FA5}">
                      <a16:colId xmlns:a16="http://schemas.microsoft.com/office/drawing/2014/main" val="20000"/>
                    </a:ext>
                  </a:extLst>
                </a:gridCol>
                <a:gridCol w="5584624">
                  <a:extLst>
                    <a:ext uri="{9D8B030D-6E8A-4147-A177-3AD203B41FA5}">
                      <a16:colId xmlns:a16="http://schemas.microsoft.com/office/drawing/2014/main" val="20001"/>
                    </a:ext>
                  </a:extLst>
                </a:gridCol>
              </a:tblGrid>
              <a:tr h="132911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itchFamily="34" charset="0"/>
                        </a:rPr>
                        <a:t>(THIS SIDEBAR WILL NOT PRINT)</a:t>
                      </a:r>
                      <a:endParaRPr lang="en-US" sz="36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06624">
                <a:tc gridSpan="2">
                  <a:txBody>
                    <a:bodyPr/>
                    <a:lstStyle/>
                    <a:p>
                      <a:pPr defTabSz="3765639"/>
                      <a:r>
                        <a:rPr lang="en-US" sz="2000" i="0" dirty="0">
                          <a:solidFill>
                            <a:srgbClr val="D9D9D9"/>
                          </a:solidFill>
                          <a:latin typeface="Arial"/>
                          <a:cs typeface="Arial"/>
                        </a:rPr>
                        <a:t>This PowerPoint template produces a </a:t>
                      </a:r>
                      <a:r>
                        <a:rPr lang="en-US" sz="2000" i="0" dirty="0">
                          <a:solidFill>
                            <a:srgbClr val="FFC000"/>
                          </a:solidFill>
                          <a:latin typeface="Arial"/>
                          <a:cs typeface="Arial"/>
                        </a:rPr>
                        <a:t>36"x48" </a:t>
                      </a:r>
                      <a:r>
                        <a:rPr lang="en-US" sz="20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the  </a:t>
                      </a:r>
                      <a:r>
                        <a:rPr lang="en-US" sz="2000" i="0" dirty="0">
                          <a:solidFill>
                            <a:srgbClr val="FFC000"/>
                          </a:solidFill>
                          <a:latin typeface="Arial"/>
                          <a:cs typeface="Arial"/>
                        </a:rPr>
                        <a:t>HELP DESK</a:t>
                      </a:r>
                      <a:r>
                        <a:rPr lang="en-US" sz="2000" i="0" baseline="0" dirty="0">
                          <a:solidFill>
                            <a:srgbClr val="D9D9D9"/>
                          </a:solidFill>
                          <a:latin typeface="Arial"/>
                          <a:cs typeface="Arial"/>
                        </a:rPr>
                        <a:t> </a:t>
                      </a:r>
                      <a:r>
                        <a:rPr lang="en-US" sz="2000" i="0" dirty="0">
                          <a:solidFill>
                            <a:srgbClr val="D9D9D9"/>
                          </a:solidFill>
                          <a:latin typeface="Arial"/>
                          <a:cs typeface="Arial"/>
                        </a:rPr>
                        <a:t>tab.</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To print your poster using our same-day professional printing service,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a:t>
                      </a:r>
                      <a:r>
                        <a:rPr lang="en-US" sz="2000" i="0" dirty="0">
                          <a:solidFill>
                            <a:srgbClr val="FFC000"/>
                          </a:solidFill>
                          <a:latin typeface="Arial"/>
                          <a:cs typeface="Arial"/>
                        </a:rPr>
                        <a:t>Order your poster</a:t>
                      </a:r>
                      <a:r>
                        <a:rPr lang="en-US" sz="2000" i="0" dirty="0">
                          <a:solidFill>
                            <a:srgbClr val="D9D9D9"/>
                          </a:solidFill>
                          <a:latin typeface="Arial"/>
                          <a:cs typeface="Arial"/>
                        </a:rPr>
                        <a:t>".</a:t>
                      </a:r>
                      <a:endParaRPr lang="en-US" sz="20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572417">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604020202020204" pitchFamily="34" charset="0"/>
                          <a:cs typeface="Arial" panose="020B0604020202020204" pitchFamily="34" charset="0"/>
                        </a:rPr>
                        <a:t>This is a template for a </a:t>
                      </a:r>
                    </a:p>
                    <a:p>
                      <a:pPr algn="ctr"/>
                      <a:r>
                        <a:rPr lang="en-US" sz="2000" dirty="0">
                          <a:solidFill>
                            <a:schemeClr val="bg1"/>
                          </a:solidFill>
                          <a:latin typeface="Arial" panose="020B0604020202020204" pitchFamily="34" charset="0"/>
                          <a:cs typeface="Arial" panose="020B0604020202020204" pitchFamily="34" charset="0"/>
                        </a:rPr>
                        <a:t>presentation poster</a:t>
                      </a:r>
                      <a:br>
                        <a:rPr lang="en-US" sz="2000" dirty="0">
                          <a:solidFill>
                            <a:schemeClr val="bg1"/>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36 inches tall</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by</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48 inches wide</a:t>
                      </a:r>
                      <a:br>
                        <a:rPr lang="en-US" sz="2000" dirty="0">
                          <a:solidFill>
                            <a:schemeClr val="bg1"/>
                          </a:solidFill>
                          <a:latin typeface="Arial" panose="020B0604020202020204" pitchFamily="34" charset="0"/>
                          <a:cs typeface="Arial" panose="020B0604020202020204" pitchFamily="34" charset="0"/>
                        </a:rPr>
                      </a:br>
                      <a:endParaRPr lang="en-US" sz="20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Important: Check the template size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30 tall x 40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42 tall x 56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48 tall x 64 wide</a:t>
                      </a:r>
                    </a:p>
                  </a:txBody>
                  <a:tcPr marL="182880" marT="137160">
                    <a:solidFill>
                      <a:srgbClr val="010101"/>
                    </a:solidFill>
                  </a:tcPr>
                </a:tc>
                <a:extLst>
                  <a:ext uri="{0D108BD9-81ED-4DB2-BD59-A6C34878D82A}">
                    <a16:rowId xmlns:a16="http://schemas.microsoft.com/office/drawing/2014/main" val="10008"/>
                  </a:ext>
                </a:extLst>
              </a:tr>
              <a:tr h="4288692">
                <a:tc>
                  <a:txBody>
                    <a:bodyPr/>
                    <a:lstStyle/>
                    <a:p>
                      <a:endParaRPr lang="en-US" sz="2000" dirty="0">
                        <a:solidFill>
                          <a:srgbClr val="1F3A4E"/>
                        </a:solidFill>
                      </a:endParaRPr>
                    </a:p>
                  </a:txBody>
                  <a:tcPr>
                    <a:blipFill rotWithShape="1">
                      <a:blip r:embed="rId3"/>
                      <a:stretch>
                        <a:fillRect/>
                      </a:stretch>
                    </a:blipFill>
                  </a:tcPr>
                </a:tc>
                <a:tc>
                  <a:txBody>
                    <a:bodyPr/>
                    <a:lstStyle/>
                    <a:p>
                      <a:pPr algn="l"/>
                      <a:r>
                        <a:rPr lang="en-US" sz="2400" b="1" baseline="0" dirty="0">
                          <a:solidFill>
                            <a:srgbClr val="FFC000"/>
                          </a:solidFill>
                          <a:latin typeface="Arial" panose="020B0604020202020204" pitchFamily="34" charset="0"/>
                          <a:cs typeface="Arial" panose="020B0604020202020204" pitchFamily="34" charset="0"/>
                        </a:rPr>
                        <a:t>How to </a:t>
                      </a:r>
                      <a:r>
                        <a:rPr lang="en-US" sz="4000" b="1" baseline="0" dirty="0">
                          <a:solidFill>
                            <a:srgbClr val="FFC000"/>
                          </a:solidFill>
                          <a:latin typeface="Arial" panose="020B0604020202020204" pitchFamily="34" charset="0"/>
                          <a:cs typeface="Arial" panose="020B0604020202020204" pitchFamily="34" charset="0"/>
                        </a:rPr>
                        <a:t>Zoom in </a:t>
                      </a:r>
                      <a:r>
                        <a:rPr lang="en-US" sz="2400" b="1" baseline="0" dirty="0">
                          <a:solidFill>
                            <a:srgbClr val="FFC000"/>
                          </a:solidFill>
                          <a:latin typeface="Arial" panose="020B0604020202020204" pitchFamily="34" charset="0"/>
                          <a:cs typeface="Arial" panose="020B0604020202020204" pitchFamily="34" charset="0"/>
                        </a:rPr>
                        <a:t>and </a:t>
                      </a:r>
                      <a:r>
                        <a:rPr lang="en-US" sz="1800" b="1" baseline="0" dirty="0">
                          <a:solidFill>
                            <a:srgbClr val="FFC000"/>
                          </a:solidFill>
                          <a:latin typeface="Arial" panose="020B0604020202020204" pitchFamily="34" charset="0"/>
                          <a:cs typeface="Arial" panose="020B0604020202020204" pitchFamily="34" charset="0"/>
                        </a:rPr>
                        <a:t>out</a:t>
                      </a:r>
                      <a:endParaRPr lang="en-US" sz="2400" b="1" baseline="0" dirty="0">
                        <a:solidFill>
                          <a:srgbClr val="FFC000"/>
                        </a:solidFill>
                        <a:latin typeface="Arial" panose="020B0604020202020204" pitchFamily="34" charset="0"/>
                        <a:cs typeface="Arial" panose="020B0604020202020204" pitchFamily="34" charset="0"/>
                      </a:endParaRPr>
                    </a:p>
                    <a:p>
                      <a:pPr algn="l"/>
                      <a:r>
                        <a:rPr lang="en-US" sz="2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1. </a:t>
                      </a:r>
                      <a:r>
                        <a:rPr lang="en-US" sz="2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2. </a:t>
                      </a:r>
                      <a:r>
                        <a:rPr lang="en-US" sz="2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80052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Ruler and Guides</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824339">
                <a:tc>
                  <a:txBody>
                    <a:bodyPr/>
                    <a:lstStyle/>
                    <a:p>
                      <a:endParaRPr lang="en-US" sz="2000" dirty="0">
                        <a:solidFill>
                          <a:srgbClr val="1F3A4E"/>
                        </a:solidFill>
                      </a:endParaRPr>
                    </a:p>
                  </a:txBody>
                  <a:tcPr>
                    <a:blipFill rotWithShape="1">
                      <a:blip r:embed="rId4"/>
                      <a:stretch>
                        <a:fillRect/>
                      </a:stretch>
                    </a:blipFill>
                  </a:tcPr>
                </a:tc>
                <a:tc>
                  <a:txBody>
                    <a:bodyPr/>
                    <a:lstStyle/>
                    <a:p>
                      <a:pPr marL="0" lvl="1" indent="0" algn="l" defTabSz="114300"/>
                      <a:r>
                        <a:rPr lang="en-US" sz="2400" b="1" baseline="0" dirty="0">
                          <a:solidFill>
                            <a:srgbClr val="FFC000"/>
                          </a:solidFill>
                          <a:latin typeface="Arial" panose="020B0604020202020204" pitchFamily="34" charset="0"/>
                          <a:cs typeface="Arial" panose="020B0604020202020204" pitchFamily="34" charset="0"/>
                        </a:rPr>
                        <a:t>Headers and text containers</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519135">
                <a:tc gridSpan="2">
                  <a:txBody>
                    <a:bodyPr/>
                    <a:lstStyle/>
                    <a:p>
                      <a:r>
                        <a:rPr lang="en-US" sz="2400" b="1" dirty="0">
                          <a:solidFill>
                            <a:srgbClr val="FFC000"/>
                          </a:solidFill>
                          <a:latin typeface="Arial" panose="020B0604020202020204" pitchFamily="34" charset="0"/>
                          <a:cs typeface="Arial" panose="020B0604020202020204" pitchFamily="34" charset="0"/>
                        </a:rPr>
                        <a:t>Adding content to the poster</a:t>
                      </a:r>
                    </a:p>
                    <a:p>
                      <a:r>
                        <a:rPr lang="en-US" sz="2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37765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93170">
                <a:tc gridSpan="2">
                  <a:txBody>
                    <a:bodyPr/>
                    <a:lstStyle/>
                    <a:p>
                      <a:endParaRPr lang="en-US" sz="20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28027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0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18727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pSp>
        <p:nvGrpSpPr>
          <p:cNvPr id="10" name="Group 9">
            <a:extLst>
              <a:ext uri="{FF2B5EF4-FFF2-40B4-BE49-F238E27FC236}">
                <a16:creationId xmlns:a16="http://schemas.microsoft.com/office/drawing/2014/main" id="{62BB6AD9-A529-034D-88F1-1A9EB71824A1}"/>
              </a:ext>
            </a:extLst>
          </p:cNvPr>
          <p:cNvGrpSpPr/>
          <p:nvPr userDrawn="1"/>
        </p:nvGrpSpPr>
        <p:grpSpPr>
          <a:xfrm>
            <a:off x="-122803" y="-102882"/>
            <a:ext cx="44106584" cy="33075071"/>
            <a:chOff x="-122803" y="-102882"/>
            <a:chExt cx="44106584" cy="33075071"/>
          </a:xfrm>
        </p:grpSpPr>
        <p:sp>
          <p:nvSpPr>
            <p:cNvPr id="11" name="Freeform 10">
              <a:extLst>
                <a:ext uri="{FF2B5EF4-FFF2-40B4-BE49-F238E27FC236}">
                  <a16:creationId xmlns:a16="http://schemas.microsoft.com/office/drawing/2014/main" id="{BC5F27CA-B918-274A-95A3-B3E0C481B088}"/>
                </a:ext>
              </a:extLst>
            </p:cNvPr>
            <p:cNvSpPr/>
            <p:nvPr userDrawn="1"/>
          </p:nvSpPr>
          <p:spPr>
            <a:xfrm>
              <a:off x="-51142" y="-84749"/>
              <a:ext cx="44034923" cy="3305693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F458A4B9-B10D-A946-BE0D-F69C9E2BC790}"/>
                </a:ext>
              </a:extLst>
            </p:cNvPr>
            <p:cNvSpPr/>
            <p:nvPr userDrawn="1"/>
          </p:nvSpPr>
          <p:spPr>
            <a:xfrm flipH="1" flipV="1">
              <a:off x="-51143" y="-84749"/>
              <a:ext cx="44034921" cy="3303992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2">
              <a:extLst>
                <a:ext uri="{FF2B5EF4-FFF2-40B4-BE49-F238E27FC236}">
                  <a16:creationId xmlns:a16="http://schemas.microsoft.com/office/drawing/2014/main" id="{51DE6070-016F-FC43-9412-BF4844CCDDCD}"/>
                </a:ext>
              </a:extLst>
            </p:cNvPr>
            <p:cNvSpPr/>
            <p:nvPr userDrawn="1"/>
          </p:nvSpPr>
          <p:spPr>
            <a:xfrm>
              <a:off x="-122803" y="-102882"/>
              <a:ext cx="44106584" cy="33075071"/>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Box 14">
              <a:extLst>
                <a:ext uri="{FF2B5EF4-FFF2-40B4-BE49-F238E27FC236}">
                  <a16:creationId xmlns:a16="http://schemas.microsoft.com/office/drawing/2014/main" id="{3328090C-37B0-484B-8744-51E482BDFD8F}"/>
                </a:ext>
              </a:extLst>
            </p:cNvPr>
            <p:cNvSpPr txBox="1">
              <a:spLocks noChangeArrowheads="1"/>
            </p:cNvSpPr>
            <p:nvPr userDrawn="1"/>
          </p:nvSpPr>
          <p:spPr bwMode="auto">
            <a:xfrm>
              <a:off x="1603881" y="32173892"/>
              <a:ext cx="2514600" cy="361442"/>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7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grpSp>
      <p:graphicFrame>
        <p:nvGraphicFramePr>
          <p:cNvPr id="15" name="Table 14">
            <a:extLst>
              <a:ext uri="{FF2B5EF4-FFF2-40B4-BE49-F238E27FC236}">
                <a16:creationId xmlns:a16="http://schemas.microsoft.com/office/drawing/2014/main" id="{A5E11BB9-B60F-7545-8807-6EB6CC43735B}"/>
              </a:ext>
            </a:extLst>
          </p:cNvPr>
          <p:cNvGraphicFramePr>
            <a:graphicFrameLocks noGrp="1"/>
          </p:cNvGraphicFramePr>
          <p:nvPr userDrawn="1">
            <p:extLst>
              <p:ext uri="{D42A27DB-BD31-4B8C-83A1-F6EECF244321}">
                <p14:modId xmlns:p14="http://schemas.microsoft.com/office/powerpoint/2010/main" val="939659221"/>
              </p:ext>
            </p:extLst>
          </p:nvPr>
        </p:nvGraphicFramePr>
        <p:xfrm>
          <a:off x="44695229" y="-84749"/>
          <a:ext cx="9430188" cy="33075070"/>
        </p:xfrm>
        <a:graphic>
          <a:graphicData uri="http://schemas.openxmlformats.org/drawingml/2006/table">
            <a:tbl>
              <a:tblPr firstRow="1" bandRow="1">
                <a:tableStyleId>{5C22544A-7EE6-4342-B048-85BDC9FD1C3A}</a:tableStyleId>
              </a:tblPr>
              <a:tblGrid>
                <a:gridCol w="3343835">
                  <a:extLst>
                    <a:ext uri="{9D8B030D-6E8A-4147-A177-3AD203B41FA5}">
                      <a16:colId xmlns:a16="http://schemas.microsoft.com/office/drawing/2014/main" val="20000"/>
                    </a:ext>
                  </a:extLst>
                </a:gridCol>
                <a:gridCol w="1381559">
                  <a:extLst>
                    <a:ext uri="{9D8B030D-6E8A-4147-A177-3AD203B41FA5}">
                      <a16:colId xmlns:a16="http://schemas.microsoft.com/office/drawing/2014/main" val="997673227"/>
                    </a:ext>
                  </a:extLst>
                </a:gridCol>
                <a:gridCol w="4704794">
                  <a:extLst>
                    <a:ext uri="{9D8B030D-6E8A-4147-A177-3AD203B41FA5}">
                      <a16:colId xmlns:a16="http://schemas.microsoft.com/office/drawing/2014/main" val="4164475170"/>
                    </a:ext>
                  </a:extLst>
                </a:gridCol>
              </a:tblGrid>
              <a:tr h="1756432">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63101">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endParaRPr lang="en-US"/>
                    </a:p>
                  </a:txBody>
                  <a:tcPr/>
                </a:tc>
                <a:extLst>
                  <a:ext uri="{0D108BD9-81ED-4DB2-BD59-A6C34878D82A}">
                    <a16:rowId xmlns:a16="http://schemas.microsoft.com/office/drawing/2014/main" val="10001"/>
                  </a:ext>
                </a:extLst>
              </a:tr>
              <a:tr h="3667719">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u="sng" dirty="0">
                        <a:solidFill>
                          <a:srgbClr val="FFC000"/>
                        </a:solidFill>
                      </a:endParaRP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517707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288832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3781426">
                <a:tc gridSpan="2">
                  <a:txBody>
                    <a:bodyPr/>
                    <a:lstStyle/>
                    <a:p>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hMerge="1">
                  <a:txBody>
                    <a:bodyPr/>
                    <a:lstStyle/>
                    <a:p>
                      <a:endParaRPr lang="en-US"/>
                    </a:p>
                  </a:txBody>
                  <a:tcPr/>
                </a:tc>
                <a:tc>
                  <a:txBody>
                    <a:bodyPr/>
                    <a:lstStyle/>
                    <a:p>
                      <a:pPr algn="ctr"/>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67400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354778">
                <a:tc gridSpan="3">
                  <a:txBody>
                    <a:bodyPr/>
                    <a:lstStyle/>
                    <a:p>
                      <a:endParaRPr lang="en-US" sz="2400" dirty="0">
                        <a:solidFill>
                          <a:srgbClr val="1F3A4E"/>
                        </a:solidFill>
                      </a:endParaRPr>
                    </a:p>
                  </a:txBody>
                  <a:tcPr marL="182880" marT="137160">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3212204">
                <a:tc>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 Placeholder 35">
            <a:extLst>
              <a:ext uri="{FF2B5EF4-FFF2-40B4-BE49-F238E27FC236}">
                <a16:creationId xmlns:a16="http://schemas.microsoft.com/office/drawing/2014/main" id="{0F2A6444-9847-B04A-BCCD-561BB20E8891}"/>
              </a:ext>
            </a:extLst>
          </p:cNvPr>
          <p:cNvSpPr>
            <a:spLocks noGrp="1"/>
          </p:cNvSpPr>
          <p:nvPr>
            <p:ph type="body" sz="quarter" idx="10"/>
          </p:nvPr>
        </p:nvSpPr>
        <p:spPr/>
        <p:txBody>
          <a:bodyPr/>
          <a:lstStyle/>
          <a:p>
            <a:endParaRPr lang="en-US"/>
          </a:p>
        </p:txBody>
      </p:sp>
      <p:sp>
        <p:nvSpPr>
          <p:cNvPr id="37" name="Text Placeholder 36">
            <a:extLst>
              <a:ext uri="{FF2B5EF4-FFF2-40B4-BE49-F238E27FC236}">
                <a16:creationId xmlns:a16="http://schemas.microsoft.com/office/drawing/2014/main" id="{0DB12AA2-5823-524E-9857-0571DC4432D0}"/>
              </a:ext>
            </a:extLst>
          </p:cNvPr>
          <p:cNvSpPr>
            <a:spLocks noGrp="1"/>
          </p:cNvSpPr>
          <p:nvPr>
            <p:ph type="body" sz="quarter" idx="11"/>
          </p:nvPr>
        </p:nvSpPr>
        <p:spPr/>
        <p:txBody>
          <a:bodyPr/>
          <a:lstStyle/>
          <a:p>
            <a:endParaRPr lang="en-US"/>
          </a:p>
        </p:txBody>
      </p:sp>
      <p:sp>
        <p:nvSpPr>
          <p:cNvPr id="38" name="Text Placeholder 37">
            <a:extLst>
              <a:ext uri="{FF2B5EF4-FFF2-40B4-BE49-F238E27FC236}">
                <a16:creationId xmlns:a16="http://schemas.microsoft.com/office/drawing/2014/main" id="{F63753BF-FDB2-8143-8E67-8B34A42CA76F}"/>
              </a:ext>
            </a:extLst>
          </p:cNvPr>
          <p:cNvSpPr>
            <a:spLocks noGrp="1"/>
          </p:cNvSpPr>
          <p:nvPr>
            <p:ph type="body" sz="quarter" idx="20"/>
          </p:nvPr>
        </p:nvSpPr>
        <p:spPr/>
        <p:txBody>
          <a:bodyPr/>
          <a:lstStyle/>
          <a:p>
            <a:endParaRPr lang="en-US"/>
          </a:p>
        </p:txBody>
      </p:sp>
      <p:sp>
        <p:nvSpPr>
          <p:cNvPr id="39" name="Text Placeholder 38">
            <a:extLst>
              <a:ext uri="{FF2B5EF4-FFF2-40B4-BE49-F238E27FC236}">
                <a16:creationId xmlns:a16="http://schemas.microsoft.com/office/drawing/2014/main" id="{DD7D60A5-F0A7-0C4B-A13B-4331F1031EF3}"/>
              </a:ext>
            </a:extLst>
          </p:cNvPr>
          <p:cNvSpPr>
            <a:spLocks noGrp="1"/>
          </p:cNvSpPr>
          <p:nvPr>
            <p:ph type="body" sz="quarter" idx="21"/>
          </p:nvPr>
        </p:nvSpPr>
        <p:spPr/>
        <p:txBody>
          <a:bodyPr/>
          <a:lstStyle/>
          <a:p>
            <a:endParaRPr lang="en-US"/>
          </a:p>
        </p:txBody>
      </p:sp>
      <p:sp>
        <p:nvSpPr>
          <p:cNvPr id="40" name="Text Placeholder 39">
            <a:extLst>
              <a:ext uri="{FF2B5EF4-FFF2-40B4-BE49-F238E27FC236}">
                <a16:creationId xmlns:a16="http://schemas.microsoft.com/office/drawing/2014/main" id="{DB63D5B4-F56D-F34D-B0AE-A7B170C05402}"/>
              </a:ext>
            </a:extLst>
          </p:cNvPr>
          <p:cNvSpPr>
            <a:spLocks noGrp="1"/>
          </p:cNvSpPr>
          <p:nvPr>
            <p:ph type="body" sz="quarter" idx="22"/>
          </p:nvPr>
        </p:nvSpPr>
        <p:spPr/>
        <p:txBody>
          <a:bodyPr/>
          <a:lstStyle/>
          <a:p>
            <a:endParaRPr lang="en-US"/>
          </a:p>
        </p:txBody>
      </p:sp>
      <p:sp>
        <p:nvSpPr>
          <p:cNvPr id="41" name="Text Placeholder 40">
            <a:extLst>
              <a:ext uri="{FF2B5EF4-FFF2-40B4-BE49-F238E27FC236}">
                <a16:creationId xmlns:a16="http://schemas.microsoft.com/office/drawing/2014/main" id="{59641915-31EC-8644-AC69-705C50234EE2}"/>
              </a:ext>
            </a:extLst>
          </p:cNvPr>
          <p:cNvSpPr>
            <a:spLocks noGrp="1"/>
          </p:cNvSpPr>
          <p:nvPr>
            <p:ph type="body" sz="quarter" idx="23"/>
          </p:nvPr>
        </p:nvSpPr>
        <p:spPr/>
        <p:txBody>
          <a:bodyPr/>
          <a:lstStyle/>
          <a:p>
            <a:endParaRPr lang="en-US"/>
          </a:p>
        </p:txBody>
      </p:sp>
      <p:sp>
        <p:nvSpPr>
          <p:cNvPr id="42" name="Text Placeholder 41">
            <a:extLst>
              <a:ext uri="{FF2B5EF4-FFF2-40B4-BE49-F238E27FC236}">
                <a16:creationId xmlns:a16="http://schemas.microsoft.com/office/drawing/2014/main" id="{3D09A43D-0CA9-FA45-8EBC-DF88723DE982}"/>
              </a:ext>
            </a:extLst>
          </p:cNvPr>
          <p:cNvSpPr>
            <a:spLocks noGrp="1"/>
          </p:cNvSpPr>
          <p:nvPr>
            <p:ph type="body" sz="quarter" idx="24"/>
          </p:nvPr>
        </p:nvSpPr>
        <p:spPr/>
        <p:txBody>
          <a:bodyPr/>
          <a:lstStyle/>
          <a:p>
            <a:endParaRPr lang="en-US"/>
          </a:p>
        </p:txBody>
      </p:sp>
      <p:sp>
        <p:nvSpPr>
          <p:cNvPr id="43" name="Text Placeholder 42">
            <a:extLst>
              <a:ext uri="{FF2B5EF4-FFF2-40B4-BE49-F238E27FC236}">
                <a16:creationId xmlns:a16="http://schemas.microsoft.com/office/drawing/2014/main" id="{696668C2-4B7D-8049-89BE-9A9E6DC945CD}"/>
              </a:ext>
            </a:extLst>
          </p:cNvPr>
          <p:cNvSpPr>
            <a:spLocks noGrp="1"/>
          </p:cNvSpPr>
          <p:nvPr>
            <p:ph type="body" sz="quarter" idx="25"/>
          </p:nvPr>
        </p:nvSpPr>
        <p:spPr/>
        <p:txBody>
          <a:bodyPr/>
          <a:lstStyle/>
          <a:p>
            <a:endParaRPr lang="en-US"/>
          </a:p>
        </p:txBody>
      </p:sp>
      <p:sp>
        <p:nvSpPr>
          <p:cNvPr id="44" name="Text Placeholder 43">
            <a:extLst>
              <a:ext uri="{FF2B5EF4-FFF2-40B4-BE49-F238E27FC236}">
                <a16:creationId xmlns:a16="http://schemas.microsoft.com/office/drawing/2014/main" id="{F790F30D-4CD4-D74B-89A1-7C1855591193}"/>
              </a:ext>
            </a:extLst>
          </p:cNvPr>
          <p:cNvSpPr>
            <a:spLocks noGrp="1"/>
          </p:cNvSpPr>
          <p:nvPr>
            <p:ph type="body" sz="quarter" idx="26"/>
          </p:nvPr>
        </p:nvSpPr>
        <p:spPr/>
        <p:txBody>
          <a:bodyPr/>
          <a:lstStyle/>
          <a:p>
            <a:endParaRPr lang="en-US"/>
          </a:p>
        </p:txBody>
      </p:sp>
      <p:sp>
        <p:nvSpPr>
          <p:cNvPr id="45" name="Text Placeholder 44">
            <a:extLst>
              <a:ext uri="{FF2B5EF4-FFF2-40B4-BE49-F238E27FC236}">
                <a16:creationId xmlns:a16="http://schemas.microsoft.com/office/drawing/2014/main" id="{F4726095-0CD1-F84B-9E0B-977323FE90F8}"/>
              </a:ext>
            </a:extLst>
          </p:cNvPr>
          <p:cNvSpPr>
            <a:spLocks noGrp="1"/>
          </p:cNvSpPr>
          <p:nvPr>
            <p:ph type="body" sz="quarter" idx="27"/>
          </p:nvPr>
        </p:nvSpPr>
        <p:spPr/>
        <p:txBody>
          <a:bodyPr/>
          <a:lstStyle/>
          <a:p>
            <a:endParaRPr lang="en-US"/>
          </a:p>
        </p:txBody>
      </p:sp>
      <p:sp>
        <p:nvSpPr>
          <p:cNvPr id="46" name="Text Placeholder 45">
            <a:extLst>
              <a:ext uri="{FF2B5EF4-FFF2-40B4-BE49-F238E27FC236}">
                <a16:creationId xmlns:a16="http://schemas.microsoft.com/office/drawing/2014/main" id="{2B8AC2C4-25A0-9F4B-9635-C0E300CC7D41}"/>
              </a:ext>
            </a:extLst>
          </p:cNvPr>
          <p:cNvSpPr>
            <a:spLocks noGrp="1"/>
          </p:cNvSpPr>
          <p:nvPr>
            <p:ph type="body" sz="quarter" idx="28"/>
          </p:nvPr>
        </p:nvSpPr>
        <p:spPr/>
        <p:txBody>
          <a:bodyPr/>
          <a:lstStyle/>
          <a:p>
            <a:endParaRPr lang="en-US"/>
          </a:p>
        </p:txBody>
      </p:sp>
      <p:sp>
        <p:nvSpPr>
          <p:cNvPr id="47" name="Text Placeholder 46">
            <a:extLst>
              <a:ext uri="{FF2B5EF4-FFF2-40B4-BE49-F238E27FC236}">
                <a16:creationId xmlns:a16="http://schemas.microsoft.com/office/drawing/2014/main" id="{9F604B69-C2C8-2544-A164-8790CE2FE0EE}"/>
              </a:ext>
            </a:extLst>
          </p:cNvPr>
          <p:cNvSpPr>
            <a:spLocks noGrp="1"/>
          </p:cNvSpPr>
          <p:nvPr>
            <p:ph type="body" sz="quarter" idx="29"/>
          </p:nvPr>
        </p:nvSpPr>
        <p:spPr/>
        <p:txBody>
          <a:bodyPr/>
          <a:lstStyle/>
          <a:p>
            <a:endParaRPr lang="en-US"/>
          </a:p>
        </p:txBody>
      </p:sp>
      <p:sp>
        <p:nvSpPr>
          <p:cNvPr id="48" name="Text Placeholder 47">
            <a:extLst>
              <a:ext uri="{FF2B5EF4-FFF2-40B4-BE49-F238E27FC236}">
                <a16:creationId xmlns:a16="http://schemas.microsoft.com/office/drawing/2014/main" id="{C30A5107-3244-AC42-A25E-6C1303C0E474}"/>
              </a:ext>
            </a:extLst>
          </p:cNvPr>
          <p:cNvSpPr>
            <a:spLocks noGrp="1"/>
          </p:cNvSpPr>
          <p:nvPr>
            <p:ph type="body" sz="quarter" idx="30"/>
          </p:nvPr>
        </p:nvSpPr>
        <p:spPr/>
        <p:txBody>
          <a:bodyPr/>
          <a:lstStyle/>
          <a:p>
            <a:endParaRPr lang="en-US"/>
          </a:p>
        </p:txBody>
      </p:sp>
      <p:sp>
        <p:nvSpPr>
          <p:cNvPr id="49" name="Text Placeholder 48">
            <a:extLst>
              <a:ext uri="{FF2B5EF4-FFF2-40B4-BE49-F238E27FC236}">
                <a16:creationId xmlns:a16="http://schemas.microsoft.com/office/drawing/2014/main" id="{AC9A0136-349D-E440-97B8-7E3C51A64FAD}"/>
              </a:ext>
            </a:extLst>
          </p:cNvPr>
          <p:cNvSpPr>
            <a:spLocks noGrp="1"/>
          </p:cNvSpPr>
          <p:nvPr>
            <p:ph type="body" sz="quarter" idx="96"/>
          </p:nvPr>
        </p:nvSpPr>
        <p:spPr/>
        <p:txBody>
          <a:bodyPr/>
          <a:lstStyle/>
          <a:p>
            <a:endParaRPr lang="en-US"/>
          </a:p>
        </p:txBody>
      </p:sp>
      <p:sp>
        <p:nvSpPr>
          <p:cNvPr id="50" name="Text Placeholder 49">
            <a:extLst>
              <a:ext uri="{FF2B5EF4-FFF2-40B4-BE49-F238E27FC236}">
                <a16:creationId xmlns:a16="http://schemas.microsoft.com/office/drawing/2014/main" id="{C2910D8E-46C3-C840-886B-BAB0CB7B1A54}"/>
              </a:ext>
            </a:extLst>
          </p:cNvPr>
          <p:cNvSpPr>
            <a:spLocks noGrp="1"/>
          </p:cNvSpPr>
          <p:nvPr>
            <p:ph type="body" sz="quarter" idx="150"/>
          </p:nvPr>
        </p:nvSpPr>
        <p:spPr/>
        <p:txBody>
          <a:bodyPr/>
          <a:lstStyle/>
          <a:p>
            <a:endParaRPr lang="en-US"/>
          </a:p>
        </p:txBody>
      </p:sp>
      <p:sp>
        <p:nvSpPr>
          <p:cNvPr id="51" name="Text Placeholder 50">
            <a:extLst>
              <a:ext uri="{FF2B5EF4-FFF2-40B4-BE49-F238E27FC236}">
                <a16:creationId xmlns:a16="http://schemas.microsoft.com/office/drawing/2014/main" id="{BDF0B969-CD95-0944-8737-D08D34C476B3}"/>
              </a:ext>
            </a:extLst>
          </p:cNvPr>
          <p:cNvSpPr>
            <a:spLocks noGrp="1"/>
          </p:cNvSpPr>
          <p:nvPr>
            <p:ph type="body" sz="quarter" idx="151"/>
          </p:nvPr>
        </p:nvSpPr>
        <p:spPr/>
        <p:txBody>
          <a:bodyPr>
            <a:normAutofit lnSpcReduction="10000"/>
          </a:bodyPr>
          <a:lstStyle/>
          <a:p>
            <a:endParaRPr lang="en-US"/>
          </a:p>
        </p:txBody>
      </p:sp>
      <p:sp>
        <p:nvSpPr>
          <p:cNvPr id="52" name="Text Placeholder 51">
            <a:extLst>
              <a:ext uri="{FF2B5EF4-FFF2-40B4-BE49-F238E27FC236}">
                <a16:creationId xmlns:a16="http://schemas.microsoft.com/office/drawing/2014/main" id="{C4A2D127-A4E7-9141-990F-AA95CFF9149E}"/>
              </a:ext>
            </a:extLst>
          </p:cNvPr>
          <p:cNvSpPr>
            <a:spLocks noGrp="1"/>
          </p:cNvSpPr>
          <p:nvPr>
            <p:ph type="body" sz="quarter" idx="153"/>
          </p:nvPr>
        </p:nvSpPr>
        <p:spPr/>
        <p:txBody>
          <a:bodyPr/>
          <a:lstStyle/>
          <a:p>
            <a:endParaRPr lang="en-US"/>
          </a:p>
        </p:txBody>
      </p:sp>
    </p:spTree>
    <p:extLst>
      <p:ext uri="{BB962C8B-B14F-4D97-AF65-F5344CB8AC3E}">
        <p14:creationId xmlns:p14="http://schemas.microsoft.com/office/powerpoint/2010/main" val="1347833560"/>
      </p:ext>
    </p:extLst>
  </p:cSld>
  <p:clrMapOvr>
    <a:masterClrMapping/>
  </p:clrMapOvr>
</p:sld>
</file>

<file path=ppt/theme/theme1.xml><?xml version="1.0" encoding="utf-8"?>
<a:theme xmlns:a="http://schemas.openxmlformats.org/drawingml/2006/main" name="36x48-Template-V2b">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Quick Guides">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1_Classic 3 Columns">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4.xml><?xml version="1.0" encoding="utf-8"?>
<a:theme xmlns:a="http://schemas.openxmlformats.org/drawingml/2006/main" name="Classic - Wide Center">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918</TotalTime>
  <Words>21</Words>
  <Application>Microsoft Macintosh PowerPoint</Application>
  <PresentationFormat>Custom</PresentationFormat>
  <Paragraphs>2</Paragraphs>
  <Slides>1</Slides>
  <Notes>1</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1</vt:i4>
      </vt:variant>
    </vt:vector>
  </HeadingPairs>
  <TitlesOfParts>
    <vt:vector size="10" baseType="lpstr">
      <vt:lpstr>Arial</vt:lpstr>
      <vt:lpstr>Arial Black</vt:lpstr>
      <vt:lpstr>Calibri</vt:lpstr>
      <vt:lpstr>Times New Roman</vt:lpstr>
      <vt:lpstr>Trebuchet MS</vt:lpstr>
      <vt:lpstr>36x48-Template-V2b</vt:lpstr>
      <vt:lpstr>Without Quick Guides</vt:lpstr>
      <vt:lpstr>1_Classic 3 Columns</vt:lpstr>
      <vt:lpstr>Classic - Wide Center</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Station 5</cp:lastModifiedBy>
  <cp:revision>78</cp:revision>
  <dcterms:created xsi:type="dcterms:W3CDTF">2012-02-03T19:11:35Z</dcterms:created>
  <dcterms:modified xsi:type="dcterms:W3CDTF">2019-08-09T01:20:40Z</dcterms:modified>
</cp:coreProperties>
</file>